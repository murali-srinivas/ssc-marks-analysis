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bin" ContentType="application/vnd.openxmlformats-officedocument.oleObject"/>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Default Extension="vml" ContentType="application/vnd.openxmlformats-officedocument.vmlDrawing"/>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4" r:id="rId1"/>
  </p:sldMasterIdLst>
  <p:sldIdLst>
    <p:sldId id="257" r:id="rId2"/>
    <p:sldId id="258" r:id="rId3"/>
    <p:sldId id="260" r:id="rId4"/>
    <p:sldId id="259" r:id="rId5"/>
    <p:sldId id="261" r:id="rId6"/>
    <p:sldId id="262" r:id="rId7"/>
    <p:sldId id="263" r:id="rId8"/>
    <p:sldId id="264" r:id="rId9"/>
    <p:sldId id="265" r:id="rId10"/>
    <p:sldId id="266" r:id="rId11"/>
    <p:sldId id="267" r:id="rId12"/>
    <p:sldId id="268" r:id="rId13"/>
    <p:sldId id="271" r:id="rId14"/>
    <p:sldId id="272" r:id="rId15"/>
    <p:sldId id="269" r:id="rId16"/>
    <p:sldId id="273" r:id="rId17"/>
    <p:sldId id="274" r:id="rId18"/>
    <p:sldId id="275" r:id="rId1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FF99"/>
  </p:clrMru>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4883" autoAdjust="0"/>
    <p:restoredTop sz="94608" autoAdjust="0"/>
  </p:normalViewPr>
  <p:slideViewPr>
    <p:cSldViewPr>
      <p:cViewPr>
        <p:scale>
          <a:sx n="100" d="100"/>
          <a:sy n="100" d="100"/>
        </p:scale>
        <p:origin x="-418" y="30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image" Target="../media/image2.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image" Target="../media/image2.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image" Target="../media/image4.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4.wmf"/><Relationship Id="rId1" Type="http://schemas.openxmlformats.org/officeDocument/2006/relationships/image" Target="../media/image2.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7.wmf"/><Relationship Id="rId1" Type="http://schemas.openxmlformats.org/officeDocument/2006/relationships/image" Target="../media/image6.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image" Target="../media/image4.wmf"/><Relationship Id="rId1" Type="http://schemas.openxmlformats.org/officeDocument/2006/relationships/image" Target="../media/image2.wmf"/><Relationship Id="rId4" Type="http://schemas.openxmlformats.org/officeDocument/2006/relationships/image" Target="../media/image6.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8.wmf"/></Relationships>
</file>

<file path=ppt/drawings/_rels/vmlDrawing8.vml.rels><?xml version="1.0" encoding="UTF-8" standalone="yes"?>
<Relationships xmlns="http://schemas.openxmlformats.org/package/2006/relationships"><Relationship Id="rId2" Type="http://schemas.openxmlformats.org/officeDocument/2006/relationships/image" Target="../media/image13.wmf"/><Relationship Id="rId1" Type="http://schemas.openxmlformats.org/officeDocument/2006/relationships/image" Target="../media/image12.wmf"/></Relationships>
</file>

<file path=ppt/drawings/_rels/vmlDrawing9.vml.rels><?xml version="1.0" encoding="UTF-8" standalone="yes"?>
<Relationships xmlns="http://schemas.openxmlformats.org/package/2006/relationships"><Relationship Id="rId2" Type="http://schemas.openxmlformats.org/officeDocument/2006/relationships/image" Target="../media/image16.wmf"/><Relationship Id="rId1" Type="http://schemas.openxmlformats.org/officeDocument/2006/relationships/image" Target="../media/image15.w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21.wmf"/><Relationship Id="rId2" Type="http://schemas.openxmlformats.org/officeDocument/2006/relationships/image" Target="../media/image13.wmf"/><Relationship Id="rId1" Type="http://schemas.openxmlformats.org/officeDocument/2006/relationships/image" Target="../media/image12.wmf"/><Relationship Id="rId4" Type="http://schemas.openxmlformats.org/officeDocument/2006/relationships/image" Target="../media/image22.w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29.wmf"/><Relationship Id="rId2" Type="http://schemas.openxmlformats.org/officeDocument/2006/relationships/image" Target="../media/image28.wmf"/><Relationship Id="rId1" Type="http://schemas.openxmlformats.org/officeDocument/2006/relationships/image" Target="../media/image27.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32.wmf"/></Relationships>
</file>

<file path=ppt/drawings/_rels/vmlDrawing13.vml.rels><?xml version="1.0" encoding="UTF-8" standalone="yes"?>
<Relationships xmlns="http://schemas.openxmlformats.org/package/2006/relationships"><Relationship Id="rId2" Type="http://schemas.openxmlformats.org/officeDocument/2006/relationships/image" Target="../media/image35.wmf"/><Relationship Id="rId1" Type="http://schemas.openxmlformats.org/officeDocument/2006/relationships/image" Target="../media/image34.wmf"/></Relationships>
</file>

<file path=ppt/drawings/_rels/vmlDrawing14.vml.rels><?xml version="1.0" encoding="UTF-8" standalone="yes"?>
<Relationships xmlns="http://schemas.openxmlformats.org/package/2006/relationships"><Relationship Id="rId2" Type="http://schemas.openxmlformats.org/officeDocument/2006/relationships/image" Target="../media/image38.wmf"/><Relationship Id="rId1" Type="http://schemas.openxmlformats.org/officeDocument/2006/relationships/image" Target="../media/image37.wmf"/></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2">
        <a:schemeClr val="bg1"/>
      </p:bgRef>
    </p:bg>
    <p:spTree>
      <p:nvGrpSpPr>
        <p:cNvPr id="1" name=""/>
        <p:cNvGrpSpPr/>
        <p:nvPr/>
      </p:nvGrpSpPr>
      <p:grpSpPr>
        <a:xfrm>
          <a:off x="0" y="0"/>
          <a:ext cx="0" cy="0"/>
          <a:chOff x="0" y="0"/>
          <a:chExt cx="0" cy="0"/>
        </a:xfrm>
      </p:grpSpPr>
      <p:sp>
        <p:nvSpPr>
          <p:cNvPr id="8" name="Rectangle 7"/>
          <p:cNvSpPr/>
          <p:nvPr/>
        </p:nvSpPr>
        <p:spPr>
          <a:xfrm flipH="1">
            <a:off x="2667000" y="0"/>
            <a:ext cx="6477000" cy="6858000"/>
          </a:xfrm>
          <a:prstGeom prst="rect">
            <a:avLst/>
          </a:prstGeom>
          <a:blipFill>
            <a:blip r:embed="rId2">
              <a:alphaModFix amt="43000"/>
            </a:blip>
            <a:tile tx="0" ty="0" sx="50000" sy="50000" flip="none" algn="tl"/>
          </a:blipFill>
          <a:ln w="0" cap="flat" cmpd="sng" algn="ctr">
            <a:noFill/>
            <a:prstDash val="solid"/>
          </a:ln>
          <a:effectLst>
            <a:fillOverlay blend="mult">
              <a:gradFill rotWithShape="1">
                <a:gsLst>
                  <a:gs pos="0">
                    <a:schemeClr val="tx2">
                      <a:tint val="62000"/>
                      <a:satMod val="420000"/>
                    </a:schemeClr>
                  </a:gs>
                  <a:gs pos="100000">
                    <a:schemeClr val="tx2">
                      <a:shade val="20000"/>
                      <a:satMod val="170000"/>
                    </a:schemeClr>
                  </a:gs>
                </a:gsLst>
                <a:path path="circle">
                  <a:fillToRect l="50000" t="100000" r="50000"/>
                </a:path>
                <a:tileRect/>
              </a:gradFill>
            </a:fillOverlay>
            <a:innerShdw blurRad="63500" dist="44450" dir="10800000">
              <a:srgbClr val="000000">
                <a:alpha val="50000"/>
              </a:srgbClr>
            </a:inn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9" name="Straight Connector 8"/>
          <p:cNvSpPr>
            <a:spLocks noChangeShapeType="1"/>
          </p:cNvSpPr>
          <p:nvPr/>
        </p:nvSpPr>
        <p:spPr bwMode="auto">
          <a:xfrm rot="16200000">
            <a:off x="-762000" y="3429000"/>
            <a:ext cx="6858000" cy="0"/>
          </a:xfrm>
          <a:prstGeom prst="line">
            <a:avLst/>
          </a:prstGeom>
          <a:noFill/>
          <a:ln w="11430" cap="flat" cmpd="sng" algn="ctr">
            <a:solidFill>
              <a:schemeClr val="bg1">
                <a:shade val="95000"/>
              </a:schemeClr>
            </a:solidFill>
            <a:prstDash val="solid"/>
            <a:miter lim="800000"/>
            <a:headEnd type="none" w="med" len="med"/>
            <a:tailEnd type="none" w="med" len="med"/>
          </a:ln>
          <a:effectLst/>
        </p:spPr>
        <p:txBody>
          <a:bodyPr vert="horz" wrap="square" lIns="91440" tIns="45720" rIns="91440" bIns="45720" anchor="t" compatLnSpc="1"/>
          <a:lstStyle>
            <a:extLst/>
          </a:lstStyle>
          <a:p>
            <a:endParaRPr kumimoji="0" lang="en-US"/>
          </a:p>
        </p:txBody>
      </p:sp>
      <p:sp>
        <p:nvSpPr>
          <p:cNvPr id="12" name="Title 11"/>
          <p:cNvSpPr>
            <a:spLocks noGrp="1"/>
          </p:cNvSpPr>
          <p:nvPr>
            <p:ph type="ctrTitle"/>
          </p:nvPr>
        </p:nvSpPr>
        <p:spPr>
          <a:xfrm>
            <a:off x="3366868" y="533400"/>
            <a:ext cx="5105400" cy="2868168"/>
          </a:xfrm>
        </p:spPr>
        <p:txBody>
          <a:bodyPr lIns="45720" tIns="0" rIns="45720">
            <a:noAutofit/>
          </a:bodyPr>
          <a:lstStyle>
            <a:lvl1pPr algn="r">
              <a:defRPr sz="4200" b="1"/>
            </a:lvl1pPr>
            <a:extLst/>
          </a:lstStyle>
          <a:p>
            <a:r>
              <a:rPr kumimoji="0" lang="en-US" smtClean="0"/>
              <a:t>Click to edit Master title style</a:t>
            </a:r>
            <a:endParaRPr kumimoji="0" lang="en-US"/>
          </a:p>
        </p:txBody>
      </p:sp>
      <p:sp>
        <p:nvSpPr>
          <p:cNvPr id="25" name="Subtitle 24"/>
          <p:cNvSpPr>
            <a:spLocks noGrp="1"/>
          </p:cNvSpPr>
          <p:nvPr>
            <p:ph type="subTitle" idx="1"/>
          </p:nvPr>
        </p:nvSpPr>
        <p:spPr>
          <a:xfrm>
            <a:off x="3354442" y="3539864"/>
            <a:ext cx="5114778" cy="1101248"/>
          </a:xfrm>
        </p:spPr>
        <p:txBody>
          <a:bodyPr lIns="45720" tIns="0" rIns="45720" bIns="0"/>
          <a:lstStyle>
            <a:lvl1pPr marL="0" indent="0" algn="r">
              <a:buNone/>
              <a:defRPr sz="2200">
                <a:solidFill>
                  <a:srgbClr val="FFFFFF"/>
                </a:solidFill>
                <a:effectLs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sp>
        <p:nvSpPr>
          <p:cNvPr id="31" name="Date Placeholder 30"/>
          <p:cNvSpPr>
            <a:spLocks noGrp="1"/>
          </p:cNvSpPr>
          <p:nvPr>
            <p:ph type="dt" sz="half" idx="10"/>
          </p:nvPr>
        </p:nvSpPr>
        <p:spPr>
          <a:xfrm>
            <a:off x="5871224" y="6557946"/>
            <a:ext cx="2002464" cy="226902"/>
          </a:xfrm>
        </p:spPr>
        <p:txBody>
          <a:bodyPr/>
          <a:lstStyle>
            <a:lvl1pPr>
              <a:defRPr lang="en-US" smtClean="0">
                <a:solidFill>
                  <a:srgbClr val="FFFFFF"/>
                </a:solidFill>
              </a:defRPr>
            </a:lvl1pPr>
            <a:extLst/>
          </a:lstStyle>
          <a:p>
            <a:fld id="{1D8BD707-D9CF-40AE-B4C6-C98DA3205C09}" type="datetimeFigureOut">
              <a:rPr lang="en-US" smtClean="0"/>
              <a:pPr/>
              <a:t>3/14/2026</a:t>
            </a:fld>
            <a:endParaRPr lang="en-US"/>
          </a:p>
        </p:txBody>
      </p:sp>
      <p:sp>
        <p:nvSpPr>
          <p:cNvPr id="18" name="Footer Placeholder 17"/>
          <p:cNvSpPr>
            <a:spLocks noGrp="1"/>
          </p:cNvSpPr>
          <p:nvPr>
            <p:ph type="ftr" sz="quarter" idx="11"/>
          </p:nvPr>
        </p:nvSpPr>
        <p:spPr>
          <a:xfrm>
            <a:off x="2819400" y="6557946"/>
            <a:ext cx="2927722" cy="228600"/>
          </a:xfrm>
        </p:spPr>
        <p:txBody>
          <a:bodyPr/>
          <a:lstStyle>
            <a:lvl1pPr>
              <a:defRPr lang="en-US" dirty="0">
                <a:solidFill>
                  <a:srgbClr val="FFFFFF"/>
                </a:solidFill>
              </a:defRPr>
            </a:lvl1pPr>
            <a:extLst/>
          </a:lstStyle>
          <a:p>
            <a:endParaRPr lang="en-US"/>
          </a:p>
        </p:txBody>
      </p:sp>
      <p:sp>
        <p:nvSpPr>
          <p:cNvPr id="29" name="Slide Number Placeholder 28"/>
          <p:cNvSpPr>
            <a:spLocks noGrp="1"/>
          </p:cNvSpPr>
          <p:nvPr>
            <p:ph type="sldNum" sz="quarter" idx="12"/>
          </p:nvPr>
        </p:nvSpPr>
        <p:spPr>
          <a:xfrm>
            <a:off x="7880884" y="6556248"/>
            <a:ext cx="588336" cy="228600"/>
          </a:xfrm>
        </p:spPr>
        <p:txBody>
          <a:bodyPr/>
          <a:lstStyle>
            <a:lvl1pPr>
              <a:defRPr lang="en-US" smtClean="0">
                <a:solidFill>
                  <a:srgbClr val="FFFFFF"/>
                </a:solidFill>
              </a:defRPr>
            </a:lvl1pPr>
            <a:extLst/>
          </a:lstStyle>
          <a:p>
            <a:fld id="{B6F15528-21DE-4FAA-801E-634DDDAF4B2B}"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1D8BD707-D9CF-40AE-B4C6-C98DA3205C09}" type="datetimeFigureOut">
              <a:rPr lang="en-US" smtClean="0"/>
              <a:pPr/>
              <a:t>3/14/2026</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066800" y="2821837"/>
            <a:ext cx="6255488" cy="1362075"/>
          </a:xfrm>
        </p:spPr>
        <p:txBody>
          <a:bodyPr tIns="0" anchor="t"/>
          <a:lstStyle>
            <a:lvl1pPr algn="r">
              <a:buNone/>
              <a:defRPr sz="4200" b="1" cap="all"/>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1066800" y="1905000"/>
            <a:ext cx="6255488" cy="743507"/>
          </a:xfrm>
        </p:spPr>
        <p:txBody>
          <a:bodyPr anchor="b"/>
          <a:lstStyle>
            <a:lvl1pPr marL="0" indent="0" algn="r">
              <a:buNone/>
              <a:defRPr sz="2000">
                <a:solidFill>
                  <a:schemeClr val="tx1"/>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a:xfrm>
            <a:off x="4724238" y="6556810"/>
            <a:ext cx="2002464" cy="226902"/>
          </a:xfrm>
        </p:spPr>
        <p:txBody>
          <a:bodyPr bIns="0" anchor="b"/>
          <a:lstStyle>
            <a:lvl1pPr>
              <a:defRPr>
                <a:solidFill>
                  <a:schemeClr val="tx2"/>
                </a:solidFill>
              </a:defRPr>
            </a:lvl1pPr>
            <a:extLst/>
          </a:lstStyle>
          <a:p>
            <a:fld id="{1D8BD707-D9CF-40AE-B4C6-C98DA3205C09}" type="datetimeFigureOut">
              <a:rPr lang="en-US" smtClean="0"/>
              <a:pPr/>
              <a:t>3/14/2026</a:t>
            </a:fld>
            <a:endParaRPr lang="en-US"/>
          </a:p>
        </p:txBody>
      </p:sp>
      <p:sp>
        <p:nvSpPr>
          <p:cNvPr id="5" name="Footer Placeholder 4"/>
          <p:cNvSpPr>
            <a:spLocks noGrp="1"/>
          </p:cNvSpPr>
          <p:nvPr>
            <p:ph type="ftr" sz="quarter" idx="11"/>
          </p:nvPr>
        </p:nvSpPr>
        <p:spPr>
          <a:xfrm>
            <a:off x="1735358" y="6556810"/>
            <a:ext cx="2895600" cy="228600"/>
          </a:xfrm>
        </p:spPr>
        <p:txBody>
          <a:bodyPr bIns="0" anchor="b"/>
          <a:lstStyle>
            <a:lvl1pPr>
              <a:defRPr>
                <a:solidFill>
                  <a:schemeClr val="tx2"/>
                </a:solidFill>
              </a:defRPr>
            </a:lvl1pPr>
            <a:extLst/>
          </a:lstStyle>
          <a:p>
            <a:endParaRPr lang="en-US"/>
          </a:p>
        </p:txBody>
      </p:sp>
      <p:sp>
        <p:nvSpPr>
          <p:cNvPr id="6" name="Slide Number Placeholder 5"/>
          <p:cNvSpPr>
            <a:spLocks noGrp="1"/>
          </p:cNvSpPr>
          <p:nvPr>
            <p:ph type="sldNum" sz="quarter" idx="12"/>
          </p:nvPr>
        </p:nvSpPr>
        <p:spPr>
          <a:xfrm>
            <a:off x="6733952" y="6555112"/>
            <a:ext cx="588336" cy="228600"/>
          </a:xfrm>
        </p:spPr>
        <p:txBody>
          <a:bodyPr/>
          <a:lstStyle>
            <a:extLst/>
          </a:lstStyle>
          <a:p>
            <a:fld id="{B6F15528-21DE-4FAA-801E-634DDDAF4B2B}"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7242048" cy="1143000"/>
          </a:xfrm>
        </p:spPr>
        <p:txBody>
          <a:bodyPr/>
          <a:lstStyle>
            <a:extLst/>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600200"/>
            <a:ext cx="3520440" cy="4525963"/>
          </a:xfrm>
        </p:spPr>
        <p:txBody>
          <a:bodyPr anchor="t"/>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178808" y="1600200"/>
            <a:ext cx="3520440" cy="4525963"/>
          </a:xfrm>
        </p:spPr>
        <p:txBody>
          <a:bodyPr anchor="t"/>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1D8BD707-D9CF-40AE-B4C6-C98DA3205C09}" type="datetimeFigureOut">
              <a:rPr lang="en-US" smtClean="0"/>
              <a:pPr/>
              <a:t>3/14/2026</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7242048" cy="1143000"/>
          </a:xfrm>
        </p:spPr>
        <p:txBody>
          <a:bodyPr anchor="b"/>
          <a:lstStyle>
            <a:lvl1pPr>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5867400"/>
            <a:ext cx="3520440" cy="457200"/>
          </a:xfrm>
          <a:noFill/>
          <a:ln w="12700" cap="flat" cmpd="sng" algn="ctr">
            <a:solidFill>
              <a:schemeClr val="tx2"/>
            </a:solidFill>
            <a:prstDash val="solid"/>
          </a:ln>
          <a:effectLst/>
        </p:spPr>
        <p:style>
          <a:lnRef idx="1">
            <a:schemeClr val="accent1"/>
          </a:lnRef>
          <a:fillRef idx="3">
            <a:schemeClr val="accent1"/>
          </a:fillRef>
          <a:effectRef idx="2">
            <a:schemeClr val="accent1"/>
          </a:effectRef>
          <a:fontRef idx="minor">
            <a:schemeClr val="lt1"/>
          </a:fontRef>
        </p:style>
        <p:txBody>
          <a:bodyPr anchor="ctr"/>
          <a:lstStyle>
            <a:lvl1pPr marL="0" indent="0" algn="ctr">
              <a:buNone/>
              <a:defRPr sz="1800" b="1">
                <a:solidFill>
                  <a:schemeClr val="tx2"/>
                </a:solidFill>
                <a:effectLst/>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178808" y="5867400"/>
            <a:ext cx="3520440" cy="457200"/>
          </a:xfrm>
          <a:noFill/>
          <a:ln w="12700" cap="flat" cmpd="sng" algn="ctr">
            <a:solidFill>
              <a:schemeClr val="tx2"/>
            </a:solidFill>
            <a:prstDash val="solid"/>
          </a:ln>
          <a:effectLst/>
        </p:spPr>
        <p:style>
          <a:lnRef idx="1">
            <a:schemeClr val="accent2"/>
          </a:lnRef>
          <a:fillRef idx="3">
            <a:schemeClr val="accent2"/>
          </a:fillRef>
          <a:effectRef idx="2">
            <a:schemeClr val="accent2"/>
          </a:effectRef>
          <a:fontRef idx="minor">
            <a:schemeClr val="lt1"/>
          </a:fontRef>
        </p:style>
        <p:txBody>
          <a:bodyPr anchor="ctr"/>
          <a:lstStyle>
            <a:lvl1pPr marL="0" indent="0" algn="ctr">
              <a:buNone/>
              <a:defRPr sz="1800" b="1">
                <a:solidFill>
                  <a:schemeClr val="tx2"/>
                </a:solidFill>
                <a:effectLst/>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711840"/>
            <a:ext cx="3520440" cy="4114800"/>
          </a:xfrm>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178808" y="1711840"/>
            <a:ext cx="3520440" cy="4114800"/>
          </a:xfrm>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extLst/>
          </a:lstStyle>
          <a:p>
            <a:fld id="{1D8BD707-D9CF-40AE-B4C6-C98DA3205C09}" type="datetimeFigureOut">
              <a:rPr lang="en-US" smtClean="0"/>
              <a:pPr/>
              <a:t>3/14/2026</a:t>
            </a:fld>
            <a:endParaRPr lang="en-US"/>
          </a:p>
        </p:txBody>
      </p:sp>
      <p:sp>
        <p:nvSpPr>
          <p:cNvPr id="8" name="Footer Placeholder 7"/>
          <p:cNvSpPr>
            <a:spLocks noGrp="1"/>
          </p:cNvSpPr>
          <p:nvPr>
            <p:ph type="ftr" sz="quarter" idx="11"/>
          </p:nvPr>
        </p:nvSpPr>
        <p:spPr/>
        <p:txBody>
          <a:bodyPr/>
          <a:lstStyle>
            <a:extLst/>
          </a:lstStyle>
          <a:p>
            <a:endParaRPr lang="en-US"/>
          </a:p>
        </p:txBody>
      </p:sp>
      <p:sp>
        <p:nvSpPr>
          <p:cNvPr id="9" name="Slide Number Placeholder 8"/>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7242048" cy="1143000"/>
          </a:xfrm>
        </p:spPr>
        <p:txBody>
          <a:bodyPr/>
          <a:lstStyle>
            <a:extLst/>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extLst/>
          </a:lstStyle>
          <a:p>
            <a:fld id="{1D8BD707-D9CF-40AE-B4C6-C98DA3205C09}" type="datetimeFigureOut">
              <a:rPr lang="en-US" smtClean="0"/>
              <a:pPr/>
              <a:t>3/14/2026</a:t>
            </a:fld>
            <a:endParaRPr lang="en-US"/>
          </a:p>
        </p:txBody>
      </p:sp>
      <p:sp>
        <p:nvSpPr>
          <p:cNvPr id="4" name="Footer Placeholder 3"/>
          <p:cNvSpPr>
            <a:spLocks noGrp="1"/>
          </p:cNvSpPr>
          <p:nvPr>
            <p:ph type="ftr" sz="quarter" idx="11"/>
          </p:nvPr>
        </p:nvSpPr>
        <p:spPr/>
        <p:txBody>
          <a:bodyPr/>
          <a:lstStyle>
            <a:extLst/>
          </a:lstStyle>
          <a:p>
            <a:endParaRPr lang="en-US"/>
          </a:p>
        </p:txBody>
      </p:sp>
      <p:sp>
        <p:nvSpPr>
          <p:cNvPr id="5" name="Slide Number Placeholder 4"/>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solidFill>
                  <a:schemeClr val="tx2"/>
                </a:solidFill>
              </a:defRPr>
            </a:lvl1pPr>
            <a:extLst/>
          </a:lstStyle>
          <a:p>
            <a:fld id="{1D8BD707-D9CF-40AE-B4C6-C98DA3205C09}" type="datetimeFigureOut">
              <a:rPr lang="en-US" smtClean="0"/>
              <a:pPr/>
              <a:t>3/14/2026</a:t>
            </a:fld>
            <a:endParaRPr lang="en-US"/>
          </a:p>
        </p:txBody>
      </p:sp>
      <p:sp>
        <p:nvSpPr>
          <p:cNvPr id="3" name="Footer Placeholder 2"/>
          <p:cNvSpPr>
            <a:spLocks noGrp="1"/>
          </p:cNvSpPr>
          <p:nvPr>
            <p:ph type="ftr" sz="quarter" idx="11"/>
          </p:nvPr>
        </p:nvSpPr>
        <p:spPr/>
        <p:txBody>
          <a:bodyPr/>
          <a:lstStyle>
            <a:lvl1pPr>
              <a:defRPr>
                <a:solidFill>
                  <a:schemeClr val="tx2"/>
                </a:solidFill>
              </a:defRPr>
            </a:lvl1pPr>
            <a:extLst/>
          </a:lstStyle>
          <a:p>
            <a:endParaRPr lang="en-US"/>
          </a:p>
        </p:txBody>
      </p:sp>
      <p:sp>
        <p:nvSpPr>
          <p:cNvPr id="4" name="Slide Number Placeholder 3"/>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5897880" cy="1173480"/>
          </a:xfrm>
        </p:spPr>
        <p:txBody>
          <a:bodyPr wrap="square" anchor="b"/>
          <a:lstStyle>
            <a:lvl1pPr algn="l">
              <a:buNone/>
              <a:defRPr lang="en-US" sz="2400" baseline="0" smtClean="0"/>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457200" y="1497416"/>
            <a:ext cx="5897880" cy="602512"/>
          </a:xfrm>
        </p:spPr>
        <p:txBody>
          <a:bodyPr rot="0" spcFirstLastPara="0" vertOverflow="overflow" horzOverflow="overflow" vert="horz" wrap="square" lIns="45720" tIns="0" rIns="0" bIns="0" numCol="1" spcCol="0" rtlCol="0" fromWordArt="0" anchor="t" anchorCtr="0" forceAA="0" compatLnSpc="1">
            <a:normAutofit/>
          </a:bodyPr>
          <a:lstStyle>
            <a:lvl1pPr marL="0" indent="0">
              <a:spcBef>
                <a:spcPts val="0"/>
              </a:spcBef>
              <a:spcAft>
                <a:spcPts val="0"/>
              </a:spcAft>
              <a:buNone/>
              <a:defRPr sz="14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457200" y="2133600"/>
            <a:ext cx="7239000" cy="4371752"/>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1D8BD707-D9CF-40AE-B4C6-C98DA3205C09}" type="datetimeFigureOut">
              <a:rPr lang="en-US" smtClean="0"/>
              <a:pPr/>
              <a:t>3/14/2026</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2"/>
      </p:bgRef>
    </p:bg>
    <p:spTree>
      <p:nvGrpSpPr>
        <p:cNvPr id="1" name=""/>
        <p:cNvGrpSpPr/>
        <p:nvPr/>
      </p:nvGrpSpPr>
      <p:grpSpPr>
        <a:xfrm>
          <a:off x="0" y="0"/>
          <a:ext cx="0" cy="0"/>
          <a:chOff x="0" y="0"/>
          <a:chExt cx="0" cy="0"/>
        </a:xfrm>
      </p:grpSpPr>
      <p:sp>
        <p:nvSpPr>
          <p:cNvPr id="8" name="Rectangle 7"/>
          <p:cNvSpPr/>
          <p:nvPr/>
        </p:nvSpPr>
        <p:spPr>
          <a:xfrm rot="21240000">
            <a:off x="597968" y="1004668"/>
            <a:ext cx="4319527" cy="4312573"/>
          </a:xfrm>
          <a:prstGeom prst="rect">
            <a:avLst/>
          </a:prstGeom>
          <a:solidFill>
            <a:srgbClr val="FAFAFA"/>
          </a:solidFill>
          <a:ln w="1270" cap="rnd" cmpd="sng" algn="ctr">
            <a:solidFill>
              <a:srgbClr val="EAEAEA"/>
            </a:solidFill>
            <a:prstDash val="solid"/>
          </a:ln>
          <a:effectLst>
            <a:outerShdw blurRad="25000" dist="12700" dir="5400000" algn="t" rotWithShape="0">
              <a:srgbClr val="000000">
                <a:alpha val="4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
        <p:nvSpPr>
          <p:cNvPr id="9" name="Rectangle 8"/>
          <p:cNvSpPr/>
          <p:nvPr/>
        </p:nvSpPr>
        <p:spPr>
          <a:xfrm rot="21420000">
            <a:off x="596706" y="998816"/>
            <a:ext cx="4319527" cy="4312573"/>
          </a:xfrm>
          <a:prstGeom prst="rect">
            <a:avLst/>
          </a:prstGeom>
          <a:solidFill>
            <a:srgbClr val="FAFAFA"/>
          </a:solidFill>
          <a:ln w="1270" cap="rnd" cmpd="sng" algn="ctr">
            <a:solidFill>
              <a:srgbClr val="EAEAEA"/>
            </a:solidFill>
            <a:prstDash val="solid"/>
          </a:ln>
          <a:effectLst>
            <a:outerShdw blurRad="28000" dist="12700" dir="5400000" algn="tl" rotWithShape="0">
              <a:srgbClr val="000000">
                <a:alpha val="4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
        <p:nvSpPr>
          <p:cNvPr id="2" name="Title 1"/>
          <p:cNvSpPr>
            <a:spLocks noGrp="1"/>
          </p:cNvSpPr>
          <p:nvPr>
            <p:ph type="title"/>
          </p:nvPr>
        </p:nvSpPr>
        <p:spPr>
          <a:xfrm>
            <a:off x="5389098" y="1143000"/>
            <a:ext cx="3429000" cy="2057400"/>
          </a:xfrm>
        </p:spPr>
        <p:txBody>
          <a:bodyPr vert="horz" anchor="b"/>
          <a:lstStyle>
            <a:lvl1pPr algn="l">
              <a:buNone/>
              <a:defRPr sz="3000" b="1" baseline="0">
                <a:ln w="500">
                  <a:solidFill>
                    <a:schemeClr val="tx2">
                      <a:shade val="10000"/>
                      <a:satMod val="135000"/>
                    </a:schemeClr>
                  </a:solidFill>
                </a:ln>
                <a:gradFill>
                  <a:gsLst>
                    <a:gs pos="0">
                      <a:schemeClr val="accent4">
                        <a:tint val="13000"/>
                      </a:schemeClr>
                    </a:gs>
                    <a:gs pos="10000">
                      <a:schemeClr val="accent4">
                        <a:tint val="20000"/>
                      </a:schemeClr>
                    </a:gs>
                    <a:gs pos="49000">
                      <a:schemeClr val="accent4">
                        <a:tint val="70000"/>
                      </a:schemeClr>
                    </a:gs>
                    <a:gs pos="50000">
                      <a:schemeClr val="accent4">
                        <a:tint val="97000"/>
                      </a:schemeClr>
                    </a:gs>
                    <a:gs pos="100000">
                      <a:schemeClr val="accent4">
                        <a:tint val="20000"/>
                      </a:schemeClr>
                    </a:gs>
                  </a:gsLst>
                  <a:lin ang="5400000" scaled="1"/>
                </a:gradFill>
                <a:effectLst/>
              </a:defRPr>
            </a:lvl1pPr>
            <a:extLst/>
          </a:lstStyle>
          <a:p>
            <a:r>
              <a:rPr kumimoji="0" lang="en-US" smtClean="0"/>
              <a:t>Click to edit Master title style</a:t>
            </a:r>
            <a:endParaRPr kumimoji="0" lang="en-US" dirty="0"/>
          </a:p>
        </p:txBody>
      </p:sp>
      <p:sp>
        <p:nvSpPr>
          <p:cNvPr id="4" name="Text Placeholder 3"/>
          <p:cNvSpPr>
            <a:spLocks noGrp="1"/>
          </p:cNvSpPr>
          <p:nvPr>
            <p:ph type="body" sz="half" idx="2"/>
          </p:nvPr>
        </p:nvSpPr>
        <p:spPr>
          <a:xfrm>
            <a:off x="5389098" y="3283634"/>
            <a:ext cx="3429000" cy="1920240"/>
          </a:xfrm>
        </p:spPr>
        <p:txBody>
          <a:bodyPr rot="0" spcFirstLastPara="0" vertOverflow="overflow" horzOverflow="overflow" vert="horz" wrap="square" lIns="82296" tIns="0" rIns="0" bIns="0" numCol="1" spcCol="0" rtlCol="0" fromWordArt="0" anchor="t" anchorCtr="0" forceAA="0" compatLnSpc="1">
            <a:normAutofit/>
          </a:bodyPr>
          <a:lstStyle>
            <a:lvl1pPr marL="0" indent="0">
              <a:lnSpc>
                <a:spcPct val="100000"/>
              </a:lnSpc>
              <a:spcBef>
                <a:spcPts val="0"/>
              </a:spcBef>
              <a:buFontTx/>
              <a:buNone/>
              <a:defRPr sz="1400" baseline="0">
                <a:solidFill>
                  <a:schemeClr val="tx1"/>
                </a:solidFill>
              </a:defRPr>
            </a:lvl1pPr>
            <a:lvl2pPr>
              <a:defRPr sz="1200"/>
            </a:lvl2pPr>
            <a:lvl3pPr>
              <a:defRPr sz="1000"/>
            </a:lvl3pPr>
            <a:lvl4pPr>
              <a:defRPr sz="900"/>
            </a:lvl4pPr>
            <a:lvl5pPr>
              <a:defRPr sz="900"/>
            </a:lvl5pPr>
            <a:extLst/>
          </a:lstStyle>
          <a:p>
            <a:pPr marL="0" marR="0" lvl="0" indent="0" algn="l" defTabSz="0" rtl="0" eaLnBrk="1" fontAlgn="auto" latinLnBrk="0" hangingPunct="1">
              <a:lnSpc>
                <a:spcPct val="100000"/>
              </a:lnSpc>
              <a:spcBef>
                <a:spcPts val="0"/>
              </a:spcBef>
              <a:spcAft>
                <a:spcPts val="0"/>
              </a:spcAft>
              <a:buClr>
                <a:schemeClr val="tx2"/>
              </a:buClr>
              <a:buSzPct val="73000"/>
              <a:buFontTx/>
              <a:buNone/>
              <a:tabLst/>
              <a:defRPr/>
            </a:pPr>
            <a:r>
              <a:rPr kumimoji="0" lang="en-US" smtClean="0"/>
              <a:t>Click to edit Master text styles</a:t>
            </a:r>
          </a:p>
        </p:txBody>
      </p:sp>
      <p:sp>
        <p:nvSpPr>
          <p:cNvPr id="5" name="Date Placeholder 4"/>
          <p:cNvSpPr>
            <a:spLocks noGrp="1"/>
          </p:cNvSpPr>
          <p:nvPr>
            <p:ph type="dt" sz="half" idx="10"/>
          </p:nvPr>
        </p:nvSpPr>
        <p:spPr/>
        <p:txBody>
          <a:bodyPr/>
          <a:lstStyle>
            <a:extLst/>
          </a:lstStyle>
          <a:p>
            <a:fld id="{1D8BD707-D9CF-40AE-B4C6-C98DA3205C09}" type="datetimeFigureOut">
              <a:rPr lang="en-US" smtClean="0"/>
              <a:pPr/>
              <a:t>3/14/2026</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B6F15528-21DE-4FAA-801E-634DDDAF4B2B}" type="slidenum">
              <a:rPr lang="en-US" smtClean="0"/>
              <a:pPr/>
              <a:t>‹#›</a:t>
            </a:fld>
            <a:endParaRPr lang="en-US"/>
          </a:p>
        </p:txBody>
      </p:sp>
      <p:sp>
        <p:nvSpPr>
          <p:cNvPr id="10" name="Picture Placeholder 9"/>
          <p:cNvSpPr>
            <a:spLocks noGrp="1"/>
          </p:cNvSpPr>
          <p:nvPr>
            <p:ph type="pic" idx="1"/>
          </p:nvPr>
        </p:nvSpPr>
        <p:spPr>
          <a:xfrm>
            <a:off x="663682" y="1041002"/>
            <a:ext cx="4206240" cy="4206240"/>
          </a:xfrm>
          <a:solidFill>
            <a:schemeClr val="bg2">
              <a:shade val="50000"/>
            </a:schemeClr>
          </a:solidFill>
          <a:ln w="107950">
            <a:solidFill>
              <a:srgbClr val="FFFFFF"/>
            </a:solidFill>
            <a:miter lim="800000"/>
          </a:ln>
          <a:effectLst>
            <a:outerShdw blurRad="44450" dist="3810" dir="5400000" algn="tl" rotWithShape="0">
              <a:srgbClr val="000000">
                <a:alpha val="60000"/>
              </a:srgbClr>
            </a:outerShdw>
          </a:effectLst>
          <a:scene3d>
            <a:camera prst="orthographicFront"/>
            <a:lightRig rig="threePt" dir="t"/>
          </a:scene3d>
          <a:sp3d contourW="3810">
            <a:contourClr>
              <a:srgbClr val="969696"/>
            </a:contourClr>
          </a:sp3d>
        </p:spPr>
        <p:txBody>
          <a:bodyPr/>
          <a:lstStyle>
            <a:lvl1pPr marL="0" indent="0">
              <a:buNone/>
              <a:defRPr sz="3200"/>
            </a:lvl1pPr>
            <a:extLst/>
          </a:lstStyle>
          <a:p>
            <a:r>
              <a:rPr kumimoji="0" lang="en-US" smtClean="0"/>
              <a:t>Click icon to add picture</a:t>
            </a:r>
            <a:endParaRPr kumimoji="0"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1D8BD707-D9CF-40AE-B4C6-C98DA3205C09}" type="datetimeFigureOut">
              <a:rPr lang="en-US" smtClean="0"/>
              <a:pPr/>
              <a:t>3/14/2026</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53200" y="274955"/>
            <a:ext cx="1524000" cy="5851525"/>
          </a:xfrm>
        </p:spPr>
        <p:txBody>
          <a:bodyPr vert="eaVert" anchor="t"/>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42"/>
            <a:ext cx="6019800" cy="5851525"/>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a:xfrm>
            <a:off x="4242816" y="6557946"/>
            <a:ext cx="2002464" cy="226902"/>
          </a:xfrm>
        </p:spPr>
        <p:txBody>
          <a:bodyPr/>
          <a:lstStyle>
            <a:extLst/>
          </a:lstStyle>
          <a:p>
            <a:fld id="{1D8BD707-D9CF-40AE-B4C6-C98DA3205C09}" type="datetimeFigureOut">
              <a:rPr lang="en-US" smtClean="0"/>
              <a:pPr/>
              <a:t>3/14/2026</a:t>
            </a:fld>
            <a:endParaRPr lang="en-US"/>
          </a:p>
        </p:txBody>
      </p:sp>
      <p:sp>
        <p:nvSpPr>
          <p:cNvPr id="5" name="Footer Placeholder 4"/>
          <p:cNvSpPr>
            <a:spLocks noGrp="1"/>
          </p:cNvSpPr>
          <p:nvPr>
            <p:ph type="ftr" sz="quarter" idx="11"/>
          </p:nvPr>
        </p:nvSpPr>
        <p:spPr>
          <a:xfrm>
            <a:off x="457200" y="6556248"/>
            <a:ext cx="3657600" cy="228600"/>
          </a:xfrm>
        </p:spPr>
        <p:txBody>
          <a:bodyPr/>
          <a:lstStyle>
            <a:extLst/>
          </a:lstStyle>
          <a:p>
            <a:endParaRPr lang="en-US"/>
          </a:p>
        </p:txBody>
      </p:sp>
      <p:sp>
        <p:nvSpPr>
          <p:cNvPr id="6" name="Slide Number Placeholder 5"/>
          <p:cNvSpPr>
            <a:spLocks noGrp="1"/>
          </p:cNvSpPr>
          <p:nvPr>
            <p:ph type="sldNum" sz="quarter" idx="12"/>
          </p:nvPr>
        </p:nvSpPr>
        <p:spPr>
          <a:xfrm>
            <a:off x="6254496" y="6553200"/>
            <a:ext cx="588336" cy="228600"/>
          </a:xfrm>
        </p:spPr>
        <p:txBody>
          <a:bodyPr/>
          <a:lstStyle>
            <a:lvl1pPr>
              <a:defRPr>
                <a:solidFill>
                  <a:schemeClr val="tx2"/>
                </a:solidFill>
              </a:defRPr>
            </a:lvl1pPr>
            <a:extLst/>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flipH="1">
            <a:off x="8153400" y="0"/>
            <a:ext cx="990600" cy="6858000"/>
          </a:xfrm>
          <a:prstGeom prst="rect">
            <a:avLst/>
          </a:prstGeom>
          <a:blipFill>
            <a:blip r:embed="rId13">
              <a:alphaModFix amt="43000"/>
            </a:blip>
            <a:tile tx="0" ty="0" sx="50000" sy="50000" flip="none" algn="tl"/>
          </a:blipFill>
          <a:ln w="0" cap="flat" cmpd="sng" algn="ctr">
            <a:noFill/>
            <a:prstDash val="solid"/>
          </a:ln>
          <a:effectLst>
            <a:fillOverlay blend="mult">
              <a:gradFill rotWithShape="1">
                <a:gsLst>
                  <a:gs pos="0">
                    <a:schemeClr val="tx2">
                      <a:tint val="62000"/>
                      <a:satMod val="420000"/>
                    </a:schemeClr>
                  </a:gs>
                  <a:gs pos="100000">
                    <a:schemeClr val="tx2">
                      <a:shade val="20000"/>
                      <a:satMod val="170000"/>
                    </a:schemeClr>
                  </a:gs>
                </a:gsLst>
                <a:path path="circle">
                  <a:fillToRect l="50000" t="110000" r="50000" b="-10000"/>
                </a:path>
                <a:tileRect/>
              </a:gradFill>
            </a:fillOverlay>
            <a:innerShdw blurRad="63500" dist="44450" dir="10800000">
              <a:srgbClr val="000000">
                <a:alpha val="45000"/>
              </a:srgbClr>
            </a:inn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3" name="Title Placeholder 2"/>
          <p:cNvSpPr>
            <a:spLocks noGrp="1"/>
          </p:cNvSpPr>
          <p:nvPr>
            <p:ph type="title"/>
          </p:nvPr>
        </p:nvSpPr>
        <p:spPr>
          <a:xfrm>
            <a:off x="457200" y="320040"/>
            <a:ext cx="7239000" cy="1143000"/>
          </a:xfrm>
          <a:prstGeom prst="rect">
            <a:avLst/>
          </a:prstGeom>
        </p:spPr>
        <p:txBody>
          <a:bodyPr vert="horz" lIns="45720" tIns="0" rIns="45720" bIns="0" anchor="b" anchorCtr="0">
            <a:normAutofit/>
          </a:bodyPr>
          <a:lstStyle>
            <a:extLst/>
          </a:lstStyle>
          <a:p>
            <a:r>
              <a:rPr kumimoji="0" lang="en-US" smtClean="0"/>
              <a:t>Click to edit Master title style</a:t>
            </a:r>
            <a:endParaRPr kumimoji="0" lang="en-US"/>
          </a:p>
        </p:txBody>
      </p:sp>
      <p:sp>
        <p:nvSpPr>
          <p:cNvPr id="31" name="Text Placeholder 30"/>
          <p:cNvSpPr>
            <a:spLocks noGrp="1"/>
          </p:cNvSpPr>
          <p:nvPr>
            <p:ph type="body" idx="1"/>
          </p:nvPr>
        </p:nvSpPr>
        <p:spPr>
          <a:xfrm>
            <a:off x="457200" y="1609416"/>
            <a:ext cx="7239000" cy="4846320"/>
          </a:xfrm>
          <a:prstGeom prst="rect">
            <a:avLst/>
          </a:prstGeom>
        </p:spPr>
        <p:txBody>
          <a:bodyPr vert="horz">
            <a:normAutofit/>
          </a:bodyPr>
          <a:lstStyle>
            <a:extLst/>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27" name="Date Placeholder 26"/>
          <p:cNvSpPr>
            <a:spLocks noGrp="1"/>
          </p:cNvSpPr>
          <p:nvPr>
            <p:ph type="dt" sz="half" idx="2"/>
          </p:nvPr>
        </p:nvSpPr>
        <p:spPr>
          <a:xfrm>
            <a:off x="4245936" y="6557946"/>
            <a:ext cx="2002464" cy="226902"/>
          </a:xfrm>
          <a:prstGeom prst="rect">
            <a:avLst/>
          </a:prstGeom>
        </p:spPr>
        <p:txBody>
          <a:bodyPr vert="horz" tIns="0" bIns="0" anchor="b"/>
          <a:lstStyle>
            <a:lvl1pPr algn="l" eaLnBrk="1" latinLnBrk="0" hangingPunct="1">
              <a:defRPr kumimoji="0" sz="1000">
                <a:solidFill>
                  <a:schemeClr val="tx2"/>
                </a:solidFill>
              </a:defRPr>
            </a:lvl1pPr>
            <a:extLst/>
          </a:lstStyle>
          <a:p>
            <a:fld id="{1D8BD707-D9CF-40AE-B4C6-C98DA3205C09}" type="datetimeFigureOut">
              <a:rPr lang="en-US" smtClean="0"/>
              <a:pPr/>
              <a:t>3/14/2026</a:t>
            </a:fld>
            <a:endParaRPr lang="en-US"/>
          </a:p>
        </p:txBody>
      </p:sp>
      <p:sp>
        <p:nvSpPr>
          <p:cNvPr id="4" name="Footer Placeholder 3"/>
          <p:cNvSpPr>
            <a:spLocks noGrp="1"/>
          </p:cNvSpPr>
          <p:nvPr>
            <p:ph type="ftr" sz="quarter" idx="3"/>
          </p:nvPr>
        </p:nvSpPr>
        <p:spPr>
          <a:xfrm>
            <a:off x="457200" y="6557946"/>
            <a:ext cx="3657600" cy="228600"/>
          </a:xfrm>
          <a:prstGeom prst="rect">
            <a:avLst/>
          </a:prstGeom>
        </p:spPr>
        <p:txBody>
          <a:bodyPr vert="horz" tIns="0" bIns="0" anchor="b"/>
          <a:lstStyle>
            <a:lvl1pPr algn="r" eaLnBrk="1" latinLnBrk="0" hangingPunct="1">
              <a:defRPr kumimoji="0" sz="1000">
                <a:solidFill>
                  <a:schemeClr val="tx2"/>
                </a:solidFill>
              </a:defRPr>
            </a:lvl1pPr>
            <a:extLst/>
          </a:lstStyle>
          <a:p>
            <a:endParaRPr lang="en-US"/>
          </a:p>
        </p:txBody>
      </p:sp>
      <p:sp>
        <p:nvSpPr>
          <p:cNvPr id="16" name="Slide Number Placeholder 15"/>
          <p:cNvSpPr>
            <a:spLocks noGrp="1"/>
          </p:cNvSpPr>
          <p:nvPr>
            <p:ph type="sldNum" sz="quarter" idx="4"/>
          </p:nvPr>
        </p:nvSpPr>
        <p:spPr>
          <a:xfrm>
            <a:off x="6251448" y="6556248"/>
            <a:ext cx="588336" cy="228600"/>
          </a:xfrm>
          <a:prstGeom prst="rect">
            <a:avLst/>
          </a:prstGeom>
        </p:spPr>
        <p:txBody>
          <a:bodyPr vert="horz" lIns="0" tIns="0" rIns="0" bIns="0" anchor="b"/>
          <a:lstStyle>
            <a:lvl1pPr algn="r" eaLnBrk="1" latinLnBrk="0" hangingPunct="1">
              <a:defRPr kumimoji="0" sz="1100">
                <a:solidFill>
                  <a:schemeClr val="tx2"/>
                </a:solidFill>
              </a:defRPr>
            </a:lvl1pPr>
            <a:extLst/>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txStyles>
    <p:titleStyle>
      <a:lvl1pPr algn="l" rtl="0" eaLnBrk="1" latinLnBrk="0" hangingPunct="1">
        <a:spcBef>
          <a:spcPct val="0"/>
        </a:spcBef>
        <a:buNone/>
        <a:defRPr kumimoji="0" sz="3800" b="1" kern="1200" cap="all" baseline="0">
          <a:ln w="500">
            <a:solidFill>
              <a:schemeClr val="tx2">
                <a:shade val="20000"/>
                <a:satMod val="120000"/>
              </a:schemeClr>
            </a:solidFill>
          </a:ln>
          <a:gradFill>
            <a:gsLst>
              <a:gs pos="0">
                <a:schemeClr val="accent4">
                  <a:tint val="13000"/>
                </a:schemeClr>
              </a:gs>
              <a:gs pos="10000">
                <a:schemeClr val="accent4">
                  <a:tint val="20000"/>
                </a:schemeClr>
              </a:gs>
              <a:gs pos="49000">
                <a:schemeClr val="accent4">
                  <a:tint val="70000"/>
                </a:schemeClr>
              </a:gs>
              <a:gs pos="50000">
                <a:schemeClr val="accent4">
                  <a:tint val="97000"/>
                </a:schemeClr>
              </a:gs>
              <a:gs pos="100000">
                <a:schemeClr val="accent4">
                  <a:tint val="20000"/>
                </a:schemeClr>
              </a:gs>
            </a:gsLst>
            <a:lin ang="5400000" scaled="1"/>
          </a:gradFill>
          <a:effectLst/>
          <a:latin typeface="+mj-lt"/>
          <a:ea typeface="+mj-ea"/>
          <a:cs typeface="+mj-cs"/>
        </a:defRPr>
      </a:lvl1pPr>
      <a:extLst/>
    </p:titleStyle>
    <p:bodyStyle>
      <a:lvl1pPr marL="274320" indent="-274320" algn="l" rtl="0" eaLnBrk="1" latinLnBrk="0" hangingPunct="1">
        <a:spcBef>
          <a:spcPts val="600"/>
        </a:spcBef>
        <a:buClr>
          <a:schemeClr val="tx2"/>
        </a:buClr>
        <a:buSzPct val="73000"/>
        <a:buFont typeface="Wingdings 2"/>
        <a:buChar char=""/>
        <a:defRPr kumimoji="0" sz="2600" kern="1200" baseline="0">
          <a:solidFill>
            <a:schemeClr val="tx1"/>
          </a:solidFill>
          <a:latin typeface="+mn-lt"/>
          <a:ea typeface="+mn-ea"/>
          <a:cs typeface="+mn-cs"/>
        </a:defRPr>
      </a:lvl1pPr>
      <a:lvl2pPr marL="521208" indent="-228600" algn="l" rtl="0" eaLnBrk="1" latinLnBrk="0" hangingPunct="1">
        <a:spcBef>
          <a:spcPts val="500"/>
        </a:spcBef>
        <a:buClr>
          <a:schemeClr val="accent4"/>
        </a:buClr>
        <a:buSzPct val="80000"/>
        <a:buFont typeface="Wingdings 2"/>
        <a:buChar char=""/>
        <a:defRPr kumimoji="0" sz="2300" kern="1200">
          <a:solidFill>
            <a:schemeClr val="tx1">
              <a:tint val="85000"/>
            </a:schemeClr>
          </a:solidFill>
          <a:latin typeface="+mn-lt"/>
          <a:ea typeface="+mn-ea"/>
          <a:cs typeface="+mn-cs"/>
        </a:defRPr>
      </a:lvl2pPr>
      <a:lvl3pPr marL="758952" indent="-228600" algn="l" rtl="0" eaLnBrk="1" latinLnBrk="0" hangingPunct="1">
        <a:spcBef>
          <a:spcPts val="400"/>
        </a:spcBef>
        <a:buClr>
          <a:schemeClr val="accent4"/>
        </a:buClr>
        <a:buSzPct val="60000"/>
        <a:buFont typeface="Wingdings"/>
        <a:buChar char=""/>
        <a:defRPr kumimoji="0" sz="2000" kern="1200">
          <a:solidFill>
            <a:schemeClr val="tx1"/>
          </a:solidFill>
          <a:latin typeface="+mn-lt"/>
          <a:ea typeface="+mn-ea"/>
          <a:cs typeface="+mn-cs"/>
        </a:defRPr>
      </a:lvl3pPr>
      <a:lvl4pPr marL="1005840" indent="-228600" algn="l" rtl="0" eaLnBrk="1" latinLnBrk="0" hangingPunct="1">
        <a:spcBef>
          <a:spcPct val="20000"/>
        </a:spcBef>
        <a:buClr>
          <a:schemeClr val="accent4"/>
        </a:buClr>
        <a:buSzPct val="80000"/>
        <a:buFont typeface="Wingdings 2"/>
        <a:buChar char=""/>
        <a:defRPr kumimoji="0" sz="2000" kern="1200">
          <a:solidFill>
            <a:schemeClr val="tx1">
              <a:tint val="85000"/>
            </a:schemeClr>
          </a:solidFill>
          <a:latin typeface="+mn-lt"/>
          <a:ea typeface="+mn-ea"/>
          <a:cs typeface="+mn-cs"/>
        </a:defRPr>
      </a:lvl4pPr>
      <a:lvl5pPr marL="1280160" indent="-228600" algn="l" rtl="0" eaLnBrk="1" latinLnBrk="0" hangingPunct="1">
        <a:spcBef>
          <a:spcPts val="400"/>
        </a:spcBef>
        <a:buClr>
          <a:schemeClr val="accent4"/>
        </a:buClr>
        <a:buSzPct val="70000"/>
        <a:buFont typeface="Wingdings"/>
        <a:buChar char=""/>
        <a:defRPr kumimoji="0" sz="1800" kern="1200">
          <a:solidFill>
            <a:schemeClr val="tx1"/>
          </a:solidFill>
          <a:latin typeface="+mn-lt"/>
          <a:ea typeface="+mn-ea"/>
          <a:cs typeface="+mn-cs"/>
        </a:defRPr>
      </a:lvl5pPr>
      <a:lvl6pPr marL="1472184" indent="-182880" algn="l" rtl="0" eaLnBrk="1" latinLnBrk="0" hangingPunct="1">
        <a:spcBef>
          <a:spcPts val="400"/>
        </a:spcBef>
        <a:buClr>
          <a:schemeClr val="accent4"/>
        </a:buClr>
        <a:buSzPct val="80000"/>
        <a:buFont typeface="Wingdings 2"/>
        <a:buChar char=""/>
        <a:defRPr kumimoji="0" sz="1800" kern="1200">
          <a:solidFill>
            <a:schemeClr val="tx1">
              <a:tint val="85000"/>
            </a:schemeClr>
          </a:solidFill>
          <a:latin typeface="+mn-lt"/>
          <a:ea typeface="+mn-ea"/>
          <a:cs typeface="+mn-cs"/>
        </a:defRPr>
      </a:lvl6pPr>
      <a:lvl7pPr marL="1673352" indent="-182880" algn="l" rtl="0" eaLnBrk="1" latinLnBrk="0" hangingPunct="1">
        <a:spcBef>
          <a:spcPct val="20000"/>
        </a:spcBef>
        <a:buClr>
          <a:schemeClr val="accent4"/>
        </a:buClr>
        <a:buSzPct val="80000"/>
        <a:buFont typeface="Wingdings 2"/>
        <a:buChar char=""/>
        <a:defRPr kumimoji="0" sz="1600" kern="1200" baseline="0">
          <a:solidFill>
            <a:schemeClr val="tx1"/>
          </a:solidFill>
          <a:latin typeface="+mn-lt"/>
          <a:ea typeface="+mn-ea"/>
          <a:cs typeface="+mn-cs"/>
        </a:defRPr>
      </a:lvl7pPr>
      <a:lvl8pPr marL="1847088" indent="-182880" algn="l" rtl="0" eaLnBrk="1" latinLnBrk="0" hangingPunct="1">
        <a:spcBef>
          <a:spcPts val="300"/>
        </a:spcBef>
        <a:buClr>
          <a:schemeClr val="accent4"/>
        </a:buClr>
        <a:buSzPct val="100000"/>
        <a:buChar char="•"/>
        <a:defRPr kumimoji="0" sz="1600" kern="1200" baseline="0">
          <a:solidFill>
            <a:schemeClr val="tx1">
              <a:tint val="85000"/>
            </a:schemeClr>
          </a:solidFill>
          <a:latin typeface="+mn-lt"/>
          <a:ea typeface="+mn-ea"/>
          <a:cs typeface="+mn-cs"/>
        </a:defRPr>
      </a:lvl8pPr>
      <a:lvl9pPr marL="2057400" indent="-182880" algn="l" rtl="0" eaLnBrk="1" latinLnBrk="0" hangingPunct="1">
        <a:spcBef>
          <a:spcPct val="20000"/>
        </a:spcBef>
        <a:buClr>
          <a:schemeClr val="accent4"/>
        </a:buClr>
        <a:buSzPct val="100000"/>
        <a:buFont typeface="Wingdings"/>
        <a:buChar char="§"/>
        <a:defRPr kumimoji="0" sz="14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hyperlink" Target="https://www.labxchange.org/library/items/lb:LabXchange:4b3e0507:lx_simulation:1?t=40ea69e2-1a12-420f-a324-4d63c53cafc9&amp;fullscreen=true" TargetMode="External"/><Relationship Id="rId2" Type="http://schemas.openxmlformats.org/officeDocument/2006/relationships/slide" Target="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oleObject" Target="../embeddings/oleObject2.bin"/><Relationship Id="rId4" Type="http://schemas.openxmlformats.org/officeDocument/2006/relationships/oleObject" Target="../embeddings/oleObject1.bin"/></Relationships>
</file>

<file path=ppt/slides/_rels/slide4.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slideLayout" Target="../slideLayouts/slideLayout2.xml"/><Relationship Id="rId1" Type="http://schemas.openxmlformats.org/officeDocument/2006/relationships/vmlDrawing" Target="../drawings/vmlDrawing2.vml"/><Relationship Id="rId5" Type="http://schemas.openxmlformats.org/officeDocument/2006/relationships/oleObject" Target="../embeddings/oleObject4.bin"/><Relationship Id="rId4" Type="http://schemas.openxmlformats.org/officeDocument/2006/relationships/oleObject" Target="../embeddings/oleObject3.bin"/></Relationships>
</file>

<file path=ppt/slides/_rels/slide5.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slideLayout" Target="../slideLayouts/slideLayout2.xml"/><Relationship Id="rId1" Type="http://schemas.openxmlformats.org/officeDocument/2006/relationships/vmlDrawing" Target="../drawings/vmlDrawing3.vml"/><Relationship Id="rId5" Type="http://schemas.openxmlformats.org/officeDocument/2006/relationships/oleObject" Target="../embeddings/oleObject6.bin"/><Relationship Id="rId4" Type="http://schemas.openxmlformats.org/officeDocument/2006/relationships/oleObject" Target="../embeddings/oleObject5.bin"/></Relationships>
</file>

<file path=ppt/slides/_rels/slide6.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slideLayout" Target="../slideLayouts/slideLayout2.xml"/><Relationship Id="rId1" Type="http://schemas.openxmlformats.org/officeDocument/2006/relationships/vmlDrawing" Target="../drawings/vmlDrawing4.vml"/><Relationship Id="rId6" Type="http://schemas.openxmlformats.org/officeDocument/2006/relationships/oleObject" Target="../embeddings/oleObject9.bin"/><Relationship Id="rId5" Type="http://schemas.openxmlformats.org/officeDocument/2006/relationships/oleObject" Target="../embeddings/oleObject8.bin"/><Relationship Id="rId4" Type="http://schemas.openxmlformats.org/officeDocument/2006/relationships/oleObject" Target="../embeddings/oleObject7.bin"/></Relationships>
</file>

<file path=ppt/slides/_rels/slide7.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slideLayout" Target="../slideLayouts/slideLayout2.xml"/><Relationship Id="rId1" Type="http://schemas.openxmlformats.org/officeDocument/2006/relationships/vmlDrawing" Target="../drawings/vmlDrawing5.vml"/><Relationship Id="rId5" Type="http://schemas.openxmlformats.org/officeDocument/2006/relationships/oleObject" Target="../embeddings/oleObject11.bin"/><Relationship Id="rId4" Type="http://schemas.openxmlformats.org/officeDocument/2006/relationships/oleObject" Target="../embeddings/oleObject10.bin"/></Relationships>
</file>

<file path=ppt/slides/_rels/slide8.xml.rels><?xml version="1.0" encoding="UTF-8" standalone="yes"?>
<Relationships xmlns="http://schemas.openxmlformats.org/package/2006/relationships"><Relationship Id="rId3" Type="http://schemas.openxmlformats.org/officeDocument/2006/relationships/slide" Target="slide1.xml"/><Relationship Id="rId7" Type="http://schemas.openxmlformats.org/officeDocument/2006/relationships/oleObject" Target="../embeddings/oleObject15.bin"/><Relationship Id="rId2" Type="http://schemas.openxmlformats.org/officeDocument/2006/relationships/slideLayout" Target="../slideLayouts/slideLayout2.xml"/><Relationship Id="rId1" Type="http://schemas.openxmlformats.org/officeDocument/2006/relationships/vmlDrawing" Target="../drawings/vmlDrawing6.vml"/><Relationship Id="rId6" Type="http://schemas.openxmlformats.org/officeDocument/2006/relationships/oleObject" Target="../embeddings/oleObject14.bin"/><Relationship Id="rId5" Type="http://schemas.openxmlformats.org/officeDocument/2006/relationships/oleObject" Target="../embeddings/oleObject13.bin"/><Relationship Id="rId4" Type="http://schemas.openxmlformats.org/officeDocument/2006/relationships/oleObject" Target="../embeddings/oleObject12.bin"/></Relationships>
</file>

<file path=ppt/slides/_rels/slide9.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slideLayout" Target="../slideLayouts/slideLayout2.xml"/><Relationship Id="rId7" Type="http://schemas.openxmlformats.org/officeDocument/2006/relationships/hyperlink" Target="file:///C:\Users\koman\OneDrive\Desktop\Science\water%20plus%20cao.html" TargetMode="External"/><Relationship Id="rId2" Type="http://schemas.openxmlformats.org/officeDocument/2006/relationships/audio" Target="file:///C:\Users\koman\OneDrive\Desktop\Science\Combination1.mp3" TargetMode="External"/><Relationship Id="rId1" Type="http://schemas.openxmlformats.org/officeDocument/2006/relationships/vmlDrawing" Target="../drawings/vmlDrawing7.vml"/><Relationship Id="rId6" Type="http://schemas.openxmlformats.org/officeDocument/2006/relationships/image" Target="../media/image9.png"/><Relationship Id="rId5" Type="http://schemas.openxmlformats.org/officeDocument/2006/relationships/oleObject" Target="../embeddings/oleObject16.bin"/><Relationship Id="rId4" Type="http://schemas.openxmlformats.org/officeDocument/2006/relationships/slide" Target="slide1.xml"/><Relationship Id="rId9"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14.png"/><Relationship Id="rId2" Type="http://schemas.openxmlformats.org/officeDocument/2006/relationships/audio" Target="file:///C:\Users\koman\OneDrive\Desktop\Science\Combination.mp3" TargetMode="External"/><Relationship Id="rId1" Type="http://schemas.openxmlformats.org/officeDocument/2006/relationships/vmlDrawing" Target="../drawings/vmlDrawing8.vml"/><Relationship Id="rId6" Type="http://schemas.openxmlformats.org/officeDocument/2006/relationships/oleObject" Target="../embeddings/oleObject18.bin"/><Relationship Id="rId5" Type="http://schemas.openxmlformats.org/officeDocument/2006/relationships/oleObject" Target="../embeddings/oleObject17.bin"/><Relationship Id="rId4" Type="http://schemas.openxmlformats.org/officeDocument/2006/relationships/slide" Target="slide1.xml"/></Relationships>
</file>

<file path=ppt/slides/_rels/slide11.xml.rels><?xml version="1.0" encoding="UTF-8" standalone="yes"?>
<Relationships xmlns="http://schemas.openxmlformats.org/package/2006/relationships"><Relationship Id="rId8" Type="http://schemas.openxmlformats.org/officeDocument/2006/relationships/oleObject" Target="../embeddings/oleObject19.bin"/><Relationship Id="rId3" Type="http://schemas.openxmlformats.org/officeDocument/2006/relationships/audio" Target="file:///C:\Users\koman\OneDrive\Desktop\Science\Decomposition1.mp3" TargetMode="External"/><Relationship Id="rId7" Type="http://schemas.openxmlformats.org/officeDocument/2006/relationships/slide" Target="slide1.xml"/><Relationship Id="rId12" Type="http://schemas.openxmlformats.org/officeDocument/2006/relationships/image" Target="../media/image20.png"/><Relationship Id="rId2" Type="http://schemas.openxmlformats.org/officeDocument/2006/relationships/audio" Target="file:///C:\Users\koman\OneDrive\Desktop\Science\Decomposition2.mp3" TargetMode="External"/><Relationship Id="rId1" Type="http://schemas.openxmlformats.org/officeDocument/2006/relationships/vmlDrawing" Target="../drawings/vmlDrawing9.vml"/><Relationship Id="rId6" Type="http://schemas.openxmlformats.org/officeDocument/2006/relationships/image" Target="../media/image18.png"/><Relationship Id="rId11" Type="http://schemas.openxmlformats.org/officeDocument/2006/relationships/oleObject" Target="../embeddings/oleObject20.bin"/><Relationship Id="rId5" Type="http://schemas.openxmlformats.org/officeDocument/2006/relationships/image" Target="../media/image17.png"/><Relationship Id="rId10" Type="http://schemas.openxmlformats.org/officeDocument/2006/relationships/image" Target="../media/image19.png"/><Relationship Id="rId4" Type="http://schemas.openxmlformats.org/officeDocument/2006/relationships/slideLayout" Target="../slideLayouts/slideLayout2.xml"/><Relationship Id="rId9" Type="http://schemas.openxmlformats.org/officeDocument/2006/relationships/hyperlink" Target="file:///C:\Users\koman\OneDrive\Desktop\Science\Heating%20of%20Ferrous%20Sulphate.html" TargetMode="External"/></Relationships>
</file>

<file path=ppt/slides/_rels/slide12.xml.rels><?xml version="1.0" encoding="UTF-8" standalone="yes"?>
<Relationships xmlns="http://schemas.openxmlformats.org/package/2006/relationships"><Relationship Id="rId8" Type="http://schemas.openxmlformats.org/officeDocument/2006/relationships/hyperlink" Target="file:///C:\Users\koman\OneDrive\Desktop\Science\Sample2.htm" TargetMode="External"/><Relationship Id="rId13" Type="http://schemas.openxmlformats.org/officeDocument/2006/relationships/hyperlink" Target="file:///C:\Users\koman\OneDrive\Desktop\Science\Silver%20Chloride.html" TargetMode="External"/><Relationship Id="rId3" Type="http://schemas.openxmlformats.org/officeDocument/2006/relationships/slideLayout" Target="../slideLayouts/slideLayout2.xml"/><Relationship Id="rId7" Type="http://schemas.openxmlformats.org/officeDocument/2006/relationships/image" Target="../media/image23.png"/><Relationship Id="rId12" Type="http://schemas.openxmlformats.org/officeDocument/2006/relationships/image" Target="../media/image25.png"/><Relationship Id="rId2" Type="http://schemas.openxmlformats.org/officeDocument/2006/relationships/audio" Target="file:///C:\Users\koman\OneDrive\Desktop\Science\Combination.mp3" TargetMode="External"/><Relationship Id="rId1" Type="http://schemas.openxmlformats.org/officeDocument/2006/relationships/vmlDrawing" Target="../drawings/vmlDrawing10.vml"/><Relationship Id="rId6" Type="http://schemas.openxmlformats.org/officeDocument/2006/relationships/oleObject" Target="../embeddings/oleObject22.bin"/><Relationship Id="rId11" Type="http://schemas.openxmlformats.org/officeDocument/2006/relationships/hyperlink" Target="file:///C:\Users\koman\OneDrive\Desktop\Science\Electrolysis%20of%20Water.html" TargetMode="External"/><Relationship Id="rId5" Type="http://schemas.openxmlformats.org/officeDocument/2006/relationships/oleObject" Target="../embeddings/oleObject21.bin"/><Relationship Id="rId15" Type="http://schemas.openxmlformats.org/officeDocument/2006/relationships/oleObject" Target="../embeddings/oleObject24.bin"/><Relationship Id="rId10" Type="http://schemas.openxmlformats.org/officeDocument/2006/relationships/oleObject" Target="../embeddings/oleObject23.bin"/><Relationship Id="rId4" Type="http://schemas.openxmlformats.org/officeDocument/2006/relationships/slide" Target="slide1.xml"/><Relationship Id="rId9" Type="http://schemas.openxmlformats.org/officeDocument/2006/relationships/image" Target="../media/image24.png"/><Relationship Id="rId14" Type="http://schemas.openxmlformats.org/officeDocument/2006/relationships/image" Target="../media/image26.png"/></Relationships>
</file>

<file path=ppt/slides/_rels/slide13.xml.rels><?xml version="1.0" encoding="UTF-8" standalone="yes"?>
<Relationships xmlns="http://schemas.openxmlformats.org/package/2006/relationships"><Relationship Id="rId8" Type="http://schemas.openxmlformats.org/officeDocument/2006/relationships/hyperlink" Target="file:///C:\Users\koman\OneDrive\Desktop\Science\Displacement1.html" TargetMode="External"/><Relationship Id="rId13" Type="http://schemas.openxmlformats.org/officeDocument/2006/relationships/oleObject" Target="../embeddings/oleObject27.bin"/><Relationship Id="rId3" Type="http://schemas.openxmlformats.org/officeDocument/2006/relationships/audio" Target="file:///C:\Users\koman\OneDrive\Desktop\Science\Decomposition1.mp3" TargetMode="External"/><Relationship Id="rId7" Type="http://schemas.openxmlformats.org/officeDocument/2006/relationships/slide" Target="slide1.xml"/><Relationship Id="rId12" Type="http://schemas.openxmlformats.org/officeDocument/2006/relationships/oleObject" Target="../embeddings/oleObject26.bin"/><Relationship Id="rId2" Type="http://schemas.openxmlformats.org/officeDocument/2006/relationships/audio" Target="file:///C:\Users\koman\OneDrive\Desktop\Science\Decomposition2.mp3" TargetMode="External"/><Relationship Id="rId1" Type="http://schemas.openxmlformats.org/officeDocument/2006/relationships/vmlDrawing" Target="../drawings/vmlDrawing11.vml"/><Relationship Id="rId6" Type="http://schemas.openxmlformats.org/officeDocument/2006/relationships/image" Target="../media/image18.png"/><Relationship Id="rId11" Type="http://schemas.openxmlformats.org/officeDocument/2006/relationships/oleObject" Target="../embeddings/oleObject25.bin"/><Relationship Id="rId5" Type="http://schemas.openxmlformats.org/officeDocument/2006/relationships/image" Target="../media/image17.png"/><Relationship Id="rId10" Type="http://schemas.openxmlformats.org/officeDocument/2006/relationships/image" Target="../media/image31.png"/><Relationship Id="rId4" Type="http://schemas.openxmlformats.org/officeDocument/2006/relationships/slideLayout" Target="../slideLayouts/slideLayout2.xml"/><Relationship Id="rId9" Type="http://schemas.openxmlformats.org/officeDocument/2006/relationships/image" Target="../media/image30.png"/></Relationships>
</file>

<file path=ppt/slides/_rels/slide14.xml.rels><?xml version="1.0" encoding="UTF-8" standalone="yes"?>
<Relationships xmlns="http://schemas.openxmlformats.org/package/2006/relationships"><Relationship Id="rId8" Type="http://schemas.openxmlformats.org/officeDocument/2006/relationships/oleObject" Target="../embeddings/oleObject28.bin"/><Relationship Id="rId3" Type="http://schemas.openxmlformats.org/officeDocument/2006/relationships/audio" Target="file:///C:\Users\koman\OneDrive\Desktop\Science\Decomposition1.mp3" TargetMode="External"/><Relationship Id="rId7" Type="http://schemas.openxmlformats.org/officeDocument/2006/relationships/slide" Target="slide1.xml"/><Relationship Id="rId2" Type="http://schemas.openxmlformats.org/officeDocument/2006/relationships/audio" Target="file:///C:\Users\koman\OneDrive\Desktop\Science\Decomposition2.mp3" TargetMode="External"/><Relationship Id="rId1" Type="http://schemas.openxmlformats.org/officeDocument/2006/relationships/vmlDrawing" Target="../drawings/vmlDrawing12.vml"/><Relationship Id="rId6" Type="http://schemas.openxmlformats.org/officeDocument/2006/relationships/image" Target="../media/image18.png"/><Relationship Id="rId5" Type="http://schemas.openxmlformats.org/officeDocument/2006/relationships/image" Target="../media/image17.png"/><Relationship Id="rId10" Type="http://schemas.openxmlformats.org/officeDocument/2006/relationships/image" Target="../media/image33.png"/><Relationship Id="rId4" Type="http://schemas.openxmlformats.org/officeDocument/2006/relationships/slideLayout" Target="../slideLayouts/slideLayout2.xml"/><Relationship Id="rId9" Type="http://schemas.openxmlformats.org/officeDocument/2006/relationships/hyperlink" Target="file:///C:\Users\koman\OneDrive\Desktop\Science\Double%20displacement.html" TargetMode="External"/></Relationships>
</file>

<file path=ppt/slides/_rels/slide15.xml.rels><?xml version="1.0" encoding="UTF-8" standalone="yes"?>
<Relationships xmlns="http://schemas.openxmlformats.org/package/2006/relationships"><Relationship Id="rId8" Type="http://schemas.openxmlformats.org/officeDocument/2006/relationships/hyperlink" Target="file:///C:\Users\koman\OneDrive\Desktop\Science\passing%20of%20Hydrogen%20on%20Cu.html" TargetMode="External"/><Relationship Id="rId3" Type="http://schemas.openxmlformats.org/officeDocument/2006/relationships/slide" Target="slide1.xml"/><Relationship Id="rId7" Type="http://schemas.openxmlformats.org/officeDocument/2006/relationships/oleObject" Target="../embeddings/oleObject29.bin"/><Relationship Id="rId2" Type="http://schemas.openxmlformats.org/officeDocument/2006/relationships/slideLayout" Target="../slideLayouts/slideLayout2.xml"/><Relationship Id="rId1" Type="http://schemas.openxmlformats.org/officeDocument/2006/relationships/vmlDrawing" Target="../drawings/vmlDrawing13.vml"/><Relationship Id="rId6" Type="http://schemas.openxmlformats.org/officeDocument/2006/relationships/image" Target="../media/image36.png"/><Relationship Id="rId5" Type="http://schemas.openxmlformats.org/officeDocument/2006/relationships/hyperlink" Target="file:///C:\Users\koman\OneDrive\Desktop\Science\Heating%20of%20copper.html" TargetMode="External"/><Relationship Id="rId4" Type="http://schemas.openxmlformats.org/officeDocument/2006/relationships/hyperlink" Target="https://amrita.olabs.edu.in/?sub=73&amp;brch=3&amp;sim=279&amp;cnt=4" TargetMode="External"/><Relationship Id="rId9" Type="http://schemas.openxmlformats.org/officeDocument/2006/relationships/oleObject" Target="../embeddings/oleObject30.bin"/></Relationships>
</file>

<file path=ppt/slides/_rels/slide16.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slideLayout" Target="../slideLayouts/slideLayout2.xml"/><Relationship Id="rId1" Type="http://schemas.openxmlformats.org/officeDocument/2006/relationships/vmlDrawing" Target="../drawings/vmlDrawing14.vml"/><Relationship Id="rId6" Type="http://schemas.openxmlformats.org/officeDocument/2006/relationships/oleObject" Target="../embeddings/oleObject32.bin"/><Relationship Id="rId5" Type="http://schemas.openxmlformats.org/officeDocument/2006/relationships/oleObject" Target="../embeddings/oleObject31.bin"/><Relationship Id="rId4" Type="http://schemas.openxmlformats.org/officeDocument/2006/relationships/hyperlink" Target="https://amrita.olabs.edu.in/?sub=73&amp;brch=3&amp;sim=279&amp;cnt=4" TargetMode="External"/></Relationships>
</file>

<file path=ppt/slides/_rels/slide17.xml.rels><?xml version="1.0" encoding="UTF-8" standalone="yes"?>
<Relationships xmlns="http://schemas.openxmlformats.org/package/2006/relationships"><Relationship Id="rId3" Type="http://schemas.openxmlformats.org/officeDocument/2006/relationships/hyperlink" Target="https://amrita.olabs.edu.in/?sub=73&amp;brch=3&amp;sim=279&amp;cnt=4" TargetMode="External"/><Relationship Id="rId2" Type="http://schemas.openxmlformats.org/officeDocument/2006/relationships/slide" Target="slide1.xml"/><Relationship Id="rId1" Type="http://schemas.openxmlformats.org/officeDocument/2006/relationships/slideLayout" Target="../slideLayouts/slideLayout2.xml"/><Relationship Id="rId4" Type="http://schemas.openxmlformats.org/officeDocument/2006/relationships/hyperlink" Target="file:///C:\Users\koman\OneDrive\Desktop\Science\Corrosion%20of%20iron.html" TargetMode="External"/></Relationships>
</file>

<file path=ppt/slides/_rels/slide18.xml.rels><?xml version="1.0" encoding="UTF-8" standalone="yes"?>
<Relationships xmlns="http://schemas.openxmlformats.org/package/2006/relationships"><Relationship Id="rId3" Type="http://schemas.openxmlformats.org/officeDocument/2006/relationships/hyperlink" Target="https://amrita.olabs.edu.in/?sub=73&amp;brch=3&amp;sim=279&amp;cnt=4" TargetMode="External"/><Relationship Id="rId2" Type="http://schemas.openxmlformats.org/officeDocument/2006/relationships/slide" Target="slide1.xml"/><Relationship Id="rId1" Type="http://schemas.openxmlformats.org/officeDocument/2006/relationships/slideLayout" Target="../slideLayouts/slideLayout2.xml"/><Relationship Id="rId4" Type="http://schemas.openxmlformats.org/officeDocument/2006/relationships/hyperlink" Target="file:///C:\Users\koman\OneDrive\Desktop\Science\Rancidity.htm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0" y="0"/>
            <a:ext cx="8153400"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ounded Rectangle 11">
            <a:hlinkHover r:id="rId2" action="ppaction://hlinksldjump"/>
          </p:cNvPr>
          <p:cNvSpPr/>
          <p:nvPr/>
        </p:nvSpPr>
        <p:spPr>
          <a:xfrm>
            <a:off x="914400" y="2743200"/>
            <a:ext cx="6400800" cy="1066800"/>
          </a:xfrm>
          <a:prstGeom prst="round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a:off x="838200" y="2743200"/>
            <a:ext cx="6506909" cy="923330"/>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sz="5400" b="1" cap="none" spc="0"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Chemical Equations</a:t>
            </a:r>
            <a:endParaRPr lang="en-US" sz="54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spTree>
  </p:cSld>
  <p:clrMapOvr>
    <a:masterClrMapping/>
  </p:clrMapOvr>
  <p:transition advClick="0"/>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hlinkHover r:id="rId2" action="ppaction://hlinksldjump"/>
          </p:cNvPr>
          <p:cNvSpPr/>
          <p:nvPr/>
        </p:nvSpPr>
        <p:spPr>
          <a:xfrm>
            <a:off x="0" y="0"/>
            <a:ext cx="8153400"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ounded Rectangle 11">
            <a:hlinkHover r:id="rId2" action="ppaction://hlinksldjump"/>
          </p:cNvPr>
          <p:cNvSpPr/>
          <p:nvPr/>
        </p:nvSpPr>
        <p:spPr>
          <a:xfrm>
            <a:off x="914400" y="2743200"/>
            <a:ext cx="6400800" cy="1600200"/>
          </a:xfrm>
          <a:prstGeom prst="round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a:off x="838200" y="2743200"/>
            <a:ext cx="6506909" cy="1754326"/>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IN" sz="5400" b="1" cap="none" spc="0" dirty="0" smtClean="0">
                <a:ln w="11430"/>
                <a:solidFill>
                  <a:srgbClr val="00B0F0"/>
                </a:solidFill>
                <a:effectLst>
                  <a:outerShdw blurRad="50800" dist="39000" dir="5460000" algn="tl">
                    <a:srgbClr val="000000">
                      <a:alpha val="38000"/>
                    </a:srgbClr>
                  </a:outerShdw>
                </a:effectLst>
                <a:hlinkClick r:id="rId3"/>
              </a:rPr>
              <a:t>Balancing</a:t>
            </a:r>
            <a:r>
              <a:rPr lang="en-IN" sz="5400" b="1" cap="none" spc="0" dirty="0" smtClean="0">
                <a:ln w="11430"/>
                <a:solidFill>
                  <a:srgbClr val="00B0F0"/>
                </a:solidFill>
                <a:effectLst>
                  <a:outerShdw blurRad="50800" dist="39000" dir="5460000" algn="tl">
                    <a:srgbClr val="000000">
                      <a:alpha val="38000"/>
                    </a:srgbClr>
                  </a:outerShdw>
                </a:effectLst>
              </a:rPr>
              <a:t> </a:t>
            </a:r>
          </a:p>
          <a:p>
            <a:pPr algn="ctr"/>
            <a:r>
              <a:rPr lang="en-IN" sz="5400" b="1" cap="none" spc="0" dirty="0" smtClean="0">
                <a:ln w="11430"/>
                <a:solidFill>
                  <a:srgbClr val="00B0F0"/>
                </a:solidFill>
                <a:effectLst>
                  <a:outerShdw blurRad="50800" dist="39000" dir="5460000" algn="tl">
                    <a:srgbClr val="000000">
                      <a:alpha val="38000"/>
                    </a:srgbClr>
                  </a:outerShdw>
                </a:effectLst>
              </a:rPr>
              <a:t>Chemical Equations</a:t>
            </a:r>
            <a:endParaRPr lang="en-US" sz="5400" b="1" cap="none" spc="0" dirty="0">
              <a:ln w="11430"/>
              <a:solidFill>
                <a:srgbClr val="00B0F0"/>
              </a:solidFill>
              <a:effectLst>
                <a:outerShdw blurRad="50800" dist="39000" dir="5460000" algn="tl">
                  <a:srgbClr val="000000">
                    <a:alpha val="38000"/>
                  </a:srgbClr>
                </a:outerShdw>
              </a:effectLst>
            </a:endParaRPr>
          </a:p>
        </p:txBody>
      </p:sp>
    </p:spTree>
  </p:cSld>
  <p:clrMapOvr>
    <a:masterClrMapping/>
  </p:clrMapOvr>
  <p:transition advClick="0"/>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hlinkHover r:id="rId3" action="ppaction://hlinksldjump"/>
          </p:cNvPr>
          <p:cNvSpPr/>
          <p:nvPr/>
        </p:nvSpPr>
        <p:spPr>
          <a:xfrm>
            <a:off x="0" y="-228600"/>
            <a:ext cx="8153400"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endParaRPr lang="en-US" b="1">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sp>
        <p:nvSpPr>
          <p:cNvPr id="12" name="Rounded Rectangle 11">
            <a:hlinkHover r:id="rId3" action="ppaction://hlinksldjump"/>
          </p:cNvPr>
          <p:cNvSpPr/>
          <p:nvPr/>
        </p:nvSpPr>
        <p:spPr>
          <a:xfrm>
            <a:off x="914400" y="152400"/>
            <a:ext cx="6400800" cy="990600"/>
          </a:xfrm>
          <a:prstGeom prst="round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5" name="Object 4"/>
          <p:cNvGraphicFramePr>
            <a:graphicFrameLocks noChangeAspect="1"/>
          </p:cNvGraphicFramePr>
          <p:nvPr/>
        </p:nvGraphicFramePr>
        <p:xfrm>
          <a:off x="880533" y="304800"/>
          <a:ext cx="6434667" cy="609600"/>
        </p:xfrm>
        <a:graphic>
          <a:graphicData uri="http://schemas.openxmlformats.org/presentationml/2006/ole">
            <p:oleObj spid="_x0000_s2050" name="Equation" r:id="rId4" imgW="2412720" imgH="228600" progId="Equation.3">
              <p:embed/>
            </p:oleObj>
          </a:graphicData>
        </a:graphic>
      </p:graphicFrame>
      <p:sp>
        <p:nvSpPr>
          <p:cNvPr id="13" name="Rectangle 12"/>
          <p:cNvSpPr/>
          <p:nvPr/>
        </p:nvSpPr>
        <p:spPr>
          <a:xfrm>
            <a:off x="3000048" y="4267200"/>
            <a:ext cx="657552" cy="923330"/>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IN" sz="5400" b="1"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H</a:t>
            </a:r>
            <a:endParaRPr lang="en-US" sz="540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sp>
        <p:nvSpPr>
          <p:cNvPr id="14" name="Rectangle 13"/>
          <p:cNvSpPr/>
          <p:nvPr/>
        </p:nvSpPr>
        <p:spPr>
          <a:xfrm>
            <a:off x="4724400" y="4258270"/>
            <a:ext cx="657552" cy="923330"/>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IN" sz="5400" b="1"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H</a:t>
            </a:r>
            <a:endParaRPr lang="en-US" sz="540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sp>
        <p:nvSpPr>
          <p:cNvPr id="15" name="Rectangle 14"/>
          <p:cNvSpPr/>
          <p:nvPr/>
        </p:nvSpPr>
        <p:spPr>
          <a:xfrm>
            <a:off x="5286048" y="4267200"/>
            <a:ext cx="657552" cy="923330"/>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IN" sz="5400" b="1"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H</a:t>
            </a:r>
            <a:endParaRPr lang="en-US" sz="540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sp>
        <p:nvSpPr>
          <p:cNvPr id="16" name="Rectangle 15"/>
          <p:cNvSpPr/>
          <p:nvPr/>
        </p:nvSpPr>
        <p:spPr>
          <a:xfrm>
            <a:off x="2604850" y="1371600"/>
            <a:ext cx="976550" cy="923330"/>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sz="5400" b="1" cap="none" spc="0"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Ca</a:t>
            </a:r>
            <a:endParaRPr lang="en-US" sz="54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sp>
        <p:nvSpPr>
          <p:cNvPr id="17" name="Rectangle 16"/>
          <p:cNvSpPr/>
          <p:nvPr/>
        </p:nvSpPr>
        <p:spPr>
          <a:xfrm>
            <a:off x="4648200" y="1371600"/>
            <a:ext cx="976550" cy="923330"/>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sz="5400" b="1" cap="none" spc="0"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Ca</a:t>
            </a:r>
            <a:endParaRPr lang="en-US" sz="54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sp>
        <p:nvSpPr>
          <p:cNvPr id="18" name="Rectangle 17"/>
          <p:cNvSpPr/>
          <p:nvPr/>
        </p:nvSpPr>
        <p:spPr>
          <a:xfrm>
            <a:off x="3011269" y="2133600"/>
            <a:ext cx="646331" cy="923330"/>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sz="5400" b="1" cap="none" spc="0"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N</a:t>
            </a:r>
            <a:endParaRPr lang="en-US" sz="54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sp>
        <p:nvSpPr>
          <p:cNvPr id="19" name="Rectangle 18"/>
          <p:cNvSpPr/>
          <p:nvPr/>
        </p:nvSpPr>
        <p:spPr>
          <a:xfrm>
            <a:off x="5297269" y="2133600"/>
            <a:ext cx="646331" cy="923330"/>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sz="5400" b="1" cap="none" spc="0"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N</a:t>
            </a:r>
            <a:endParaRPr lang="en-US" sz="54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sp>
        <p:nvSpPr>
          <p:cNvPr id="20" name="Rectangle 19"/>
          <p:cNvSpPr/>
          <p:nvPr/>
        </p:nvSpPr>
        <p:spPr>
          <a:xfrm>
            <a:off x="4763869" y="2133600"/>
            <a:ext cx="646331" cy="923330"/>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sz="5400" b="1" cap="none" spc="0"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N</a:t>
            </a:r>
            <a:endParaRPr lang="en-US" sz="54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sp>
        <p:nvSpPr>
          <p:cNvPr id="21" name="Rectangle 20"/>
          <p:cNvSpPr/>
          <p:nvPr/>
        </p:nvSpPr>
        <p:spPr>
          <a:xfrm>
            <a:off x="838200" y="2886670"/>
            <a:ext cx="671979" cy="923330"/>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sz="5400" b="1" cap="none" spc="0"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O</a:t>
            </a:r>
            <a:endParaRPr lang="en-US" sz="54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sp>
        <p:nvSpPr>
          <p:cNvPr id="23" name="Rectangle 22"/>
          <p:cNvSpPr/>
          <p:nvPr/>
        </p:nvSpPr>
        <p:spPr>
          <a:xfrm>
            <a:off x="1309221" y="2895600"/>
            <a:ext cx="671979" cy="923330"/>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sz="5400" b="1" cap="none" spc="0"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O</a:t>
            </a:r>
            <a:endParaRPr lang="en-US" sz="54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sp>
        <p:nvSpPr>
          <p:cNvPr id="24" name="Rectangle 23"/>
          <p:cNvSpPr/>
          <p:nvPr/>
        </p:nvSpPr>
        <p:spPr>
          <a:xfrm>
            <a:off x="2514600" y="2886670"/>
            <a:ext cx="671979" cy="923330"/>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sz="5400" b="1" cap="none" spc="0"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O</a:t>
            </a:r>
            <a:endParaRPr lang="en-US" sz="54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sp>
        <p:nvSpPr>
          <p:cNvPr id="25" name="Rectangle 24"/>
          <p:cNvSpPr/>
          <p:nvPr/>
        </p:nvSpPr>
        <p:spPr>
          <a:xfrm>
            <a:off x="2985621" y="2886670"/>
            <a:ext cx="671979" cy="923330"/>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sz="5400" b="1" cap="none" spc="0"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O</a:t>
            </a:r>
            <a:endParaRPr lang="en-US" sz="54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sp>
        <p:nvSpPr>
          <p:cNvPr id="26" name="Rectangle 25"/>
          <p:cNvSpPr/>
          <p:nvPr/>
        </p:nvSpPr>
        <p:spPr>
          <a:xfrm>
            <a:off x="1752600" y="2895600"/>
            <a:ext cx="671979" cy="923330"/>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sz="5400" b="1" cap="none" spc="0"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O</a:t>
            </a:r>
            <a:endParaRPr lang="en-US" sz="54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sp>
        <p:nvSpPr>
          <p:cNvPr id="27" name="Rectangle 26"/>
          <p:cNvSpPr/>
          <p:nvPr/>
        </p:nvSpPr>
        <p:spPr>
          <a:xfrm>
            <a:off x="5715000" y="3420070"/>
            <a:ext cx="671979" cy="923330"/>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sz="5400" b="1" cap="none" spc="0"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O</a:t>
            </a:r>
            <a:endParaRPr lang="en-US" sz="54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sp>
        <p:nvSpPr>
          <p:cNvPr id="28" name="Rectangle 27"/>
          <p:cNvSpPr/>
          <p:nvPr/>
        </p:nvSpPr>
        <p:spPr>
          <a:xfrm>
            <a:off x="5652621" y="2895600"/>
            <a:ext cx="671979" cy="923330"/>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sz="5400" b="1" cap="none" spc="0"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O</a:t>
            </a:r>
            <a:endParaRPr lang="en-US" sz="54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sp>
        <p:nvSpPr>
          <p:cNvPr id="29" name="Rectangle 28"/>
          <p:cNvSpPr/>
          <p:nvPr/>
        </p:nvSpPr>
        <p:spPr>
          <a:xfrm>
            <a:off x="5195421" y="2895600"/>
            <a:ext cx="671979" cy="923330"/>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sz="5400" b="1" cap="none" spc="0"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O</a:t>
            </a:r>
            <a:endParaRPr lang="en-US" sz="54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sp>
        <p:nvSpPr>
          <p:cNvPr id="30" name="Rectangle 29"/>
          <p:cNvSpPr/>
          <p:nvPr/>
        </p:nvSpPr>
        <p:spPr>
          <a:xfrm>
            <a:off x="4738221" y="2895600"/>
            <a:ext cx="671979" cy="923330"/>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sz="5400" b="1" cap="none" spc="0"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O</a:t>
            </a:r>
            <a:endParaRPr lang="en-US" sz="54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sp>
        <p:nvSpPr>
          <p:cNvPr id="31" name="Rectangle 30"/>
          <p:cNvSpPr/>
          <p:nvPr/>
        </p:nvSpPr>
        <p:spPr>
          <a:xfrm>
            <a:off x="5271621" y="3420070"/>
            <a:ext cx="671979" cy="923330"/>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sz="5400" b="1" cap="none" spc="0"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O</a:t>
            </a:r>
            <a:endParaRPr lang="en-US" sz="54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sp>
        <p:nvSpPr>
          <p:cNvPr id="32" name="Rectangle 31"/>
          <p:cNvSpPr/>
          <p:nvPr/>
        </p:nvSpPr>
        <p:spPr>
          <a:xfrm>
            <a:off x="4800600" y="3420070"/>
            <a:ext cx="671979" cy="923330"/>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sz="5400" b="1" cap="none" spc="0"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O</a:t>
            </a:r>
            <a:endParaRPr lang="en-US" sz="54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sp>
        <p:nvSpPr>
          <p:cNvPr id="33" name="Rectangle 32"/>
          <p:cNvSpPr/>
          <p:nvPr/>
        </p:nvSpPr>
        <p:spPr>
          <a:xfrm>
            <a:off x="7176621" y="2819400"/>
            <a:ext cx="671979" cy="923330"/>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sz="5400" b="1"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O</a:t>
            </a:r>
            <a:endParaRPr lang="en-US" sz="540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sp>
        <p:nvSpPr>
          <p:cNvPr id="34" name="Rectangle 33"/>
          <p:cNvSpPr/>
          <p:nvPr/>
        </p:nvSpPr>
        <p:spPr>
          <a:xfrm>
            <a:off x="1676400" y="2133600"/>
            <a:ext cx="646331" cy="923330"/>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sz="5400" b="1" cap="none" spc="0" dirty="0" smtClean="0">
                <a:ln w="11430"/>
                <a:solidFill>
                  <a:srgbClr val="00B050"/>
                </a:solidFill>
                <a:effectLst>
                  <a:outerShdw blurRad="50800" dist="39000" dir="5460000" algn="tl">
                    <a:srgbClr val="000000">
                      <a:alpha val="38000"/>
                    </a:srgbClr>
                  </a:outerShdw>
                </a:effectLst>
              </a:rPr>
              <a:t>N</a:t>
            </a:r>
            <a:endParaRPr lang="en-US" sz="5400" b="1" cap="none" spc="0" dirty="0">
              <a:ln w="11430"/>
              <a:solidFill>
                <a:srgbClr val="00B050"/>
              </a:solidFill>
              <a:effectLst>
                <a:outerShdw blurRad="50800" dist="39000" dir="5460000" algn="tl">
                  <a:srgbClr val="000000">
                    <a:alpha val="38000"/>
                  </a:srgbClr>
                </a:outerShdw>
              </a:effectLst>
            </a:endParaRPr>
          </a:p>
        </p:txBody>
      </p:sp>
      <p:sp>
        <p:nvSpPr>
          <p:cNvPr id="35" name="Rectangle 34"/>
          <p:cNvSpPr/>
          <p:nvPr/>
        </p:nvSpPr>
        <p:spPr>
          <a:xfrm>
            <a:off x="990600" y="4258270"/>
            <a:ext cx="657552" cy="923330"/>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IN" sz="5400" b="1" dirty="0" smtClean="0">
                <a:ln w="11430"/>
                <a:solidFill>
                  <a:srgbClr val="00B050"/>
                </a:solidFill>
                <a:effectLst>
                  <a:outerShdw blurRad="50800" dist="39000" dir="5460000" algn="tl">
                    <a:srgbClr val="000000">
                      <a:alpha val="38000"/>
                    </a:srgbClr>
                  </a:outerShdw>
                </a:effectLst>
              </a:rPr>
              <a:t>H</a:t>
            </a:r>
            <a:endParaRPr lang="en-US" sz="5400" b="1" dirty="0">
              <a:ln w="11430"/>
              <a:solidFill>
                <a:srgbClr val="00B050"/>
              </a:solidFill>
              <a:effectLst>
                <a:outerShdw blurRad="50800" dist="39000" dir="5460000" algn="tl">
                  <a:srgbClr val="000000">
                    <a:alpha val="38000"/>
                  </a:srgbClr>
                </a:outerShdw>
              </a:effectLst>
            </a:endParaRPr>
          </a:p>
        </p:txBody>
      </p:sp>
      <p:sp>
        <p:nvSpPr>
          <p:cNvPr id="36" name="Rectangle 35"/>
          <p:cNvSpPr/>
          <p:nvPr/>
        </p:nvSpPr>
        <p:spPr>
          <a:xfrm>
            <a:off x="852021" y="3411140"/>
            <a:ext cx="671979" cy="923330"/>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sz="5400" b="1" cap="none" spc="0" dirty="0" smtClean="0">
                <a:ln w="11430"/>
                <a:solidFill>
                  <a:srgbClr val="00B050"/>
                </a:solidFill>
                <a:effectLst>
                  <a:outerShdw blurRad="50800" dist="39000" dir="5460000" algn="tl">
                    <a:srgbClr val="000000">
                      <a:alpha val="38000"/>
                    </a:srgbClr>
                  </a:outerShdw>
                </a:effectLst>
              </a:rPr>
              <a:t>O</a:t>
            </a:r>
            <a:endParaRPr lang="en-US" sz="5400" b="1" cap="none" spc="0" dirty="0">
              <a:ln w="11430"/>
              <a:solidFill>
                <a:srgbClr val="00B050"/>
              </a:solidFill>
              <a:effectLst>
                <a:outerShdw blurRad="50800" dist="39000" dir="5460000" algn="tl">
                  <a:srgbClr val="000000">
                    <a:alpha val="38000"/>
                  </a:srgbClr>
                </a:outerShdw>
              </a:effectLst>
            </a:endParaRPr>
          </a:p>
        </p:txBody>
      </p:sp>
      <p:sp>
        <p:nvSpPr>
          <p:cNvPr id="37" name="Rectangle 36"/>
          <p:cNvSpPr/>
          <p:nvPr/>
        </p:nvSpPr>
        <p:spPr>
          <a:xfrm>
            <a:off x="1323042" y="3420070"/>
            <a:ext cx="671979" cy="923330"/>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sz="5400" b="1" cap="none" spc="0" dirty="0" smtClean="0">
                <a:ln w="11430"/>
                <a:solidFill>
                  <a:srgbClr val="00B050"/>
                </a:solidFill>
                <a:effectLst>
                  <a:outerShdw blurRad="50800" dist="39000" dir="5460000" algn="tl">
                    <a:srgbClr val="000000">
                      <a:alpha val="38000"/>
                    </a:srgbClr>
                  </a:outerShdw>
                </a:effectLst>
              </a:rPr>
              <a:t>O</a:t>
            </a:r>
            <a:endParaRPr lang="en-US" sz="5400" b="1" cap="none" spc="0" dirty="0">
              <a:ln w="11430"/>
              <a:solidFill>
                <a:srgbClr val="00B050"/>
              </a:solidFill>
              <a:effectLst>
                <a:outerShdw blurRad="50800" dist="39000" dir="5460000" algn="tl">
                  <a:srgbClr val="000000">
                    <a:alpha val="38000"/>
                  </a:srgbClr>
                </a:outerShdw>
              </a:effectLst>
            </a:endParaRPr>
          </a:p>
        </p:txBody>
      </p:sp>
      <p:sp>
        <p:nvSpPr>
          <p:cNvPr id="38" name="Rectangle 37"/>
          <p:cNvSpPr/>
          <p:nvPr/>
        </p:nvSpPr>
        <p:spPr>
          <a:xfrm>
            <a:off x="1766421" y="3420070"/>
            <a:ext cx="671979" cy="923330"/>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sz="5400" b="1" cap="none" spc="0" dirty="0" smtClean="0">
                <a:ln w="11430"/>
                <a:solidFill>
                  <a:srgbClr val="00B050"/>
                </a:solidFill>
                <a:effectLst>
                  <a:outerShdw blurRad="50800" dist="39000" dir="5460000" algn="tl">
                    <a:srgbClr val="000000">
                      <a:alpha val="38000"/>
                    </a:srgbClr>
                  </a:outerShdw>
                </a:effectLst>
              </a:rPr>
              <a:t>O</a:t>
            </a:r>
            <a:endParaRPr lang="en-US" sz="5400" b="1" cap="none" spc="0" dirty="0">
              <a:ln w="11430"/>
              <a:solidFill>
                <a:srgbClr val="00B050"/>
              </a:solidFill>
              <a:effectLst>
                <a:outerShdw blurRad="50800" dist="39000" dir="5460000" algn="tl">
                  <a:srgbClr val="000000">
                    <a:alpha val="38000"/>
                  </a:srgbClr>
                </a:outerShdw>
              </a:effectLst>
            </a:endParaRPr>
          </a:p>
        </p:txBody>
      </p:sp>
      <p:sp>
        <p:nvSpPr>
          <p:cNvPr id="39" name="Rectangle 38"/>
          <p:cNvSpPr/>
          <p:nvPr/>
        </p:nvSpPr>
        <p:spPr>
          <a:xfrm>
            <a:off x="7239000" y="3343870"/>
            <a:ext cx="671979" cy="923330"/>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sz="5400" b="1" dirty="0" smtClean="0">
                <a:ln w="11430"/>
                <a:solidFill>
                  <a:srgbClr val="00B050"/>
                </a:solidFill>
                <a:effectLst>
                  <a:outerShdw blurRad="50800" dist="39000" dir="5460000" algn="tl">
                    <a:srgbClr val="000000">
                      <a:alpha val="38000"/>
                    </a:srgbClr>
                  </a:outerShdw>
                </a:effectLst>
              </a:rPr>
              <a:t>O</a:t>
            </a:r>
            <a:endParaRPr lang="en-US" sz="5400" b="1" dirty="0">
              <a:ln w="11430"/>
              <a:solidFill>
                <a:srgbClr val="00B050"/>
              </a:solidFill>
              <a:effectLst>
                <a:outerShdw blurRad="50800" dist="39000" dir="5460000" algn="tl">
                  <a:srgbClr val="000000">
                    <a:alpha val="38000"/>
                  </a:srgbClr>
                </a:outerShdw>
              </a:effectLst>
            </a:endParaRPr>
          </a:p>
        </p:txBody>
      </p:sp>
      <p:sp>
        <p:nvSpPr>
          <p:cNvPr id="40" name="Rounded Rectangle 39">
            <a:hlinkHover r:id="rId3" action="ppaction://hlinksldjump"/>
          </p:cNvPr>
          <p:cNvSpPr/>
          <p:nvPr/>
        </p:nvSpPr>
        <p:spPr>
          <a:xfrm>
            <a:off x="1014412" y="5410200"/>
            <a:ext cx="6400800" cy="990600"/>
          </a:xfrm>
          <a:prstGeom prst="round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41" name="Object 40"/>
          <p:cNvGraphicFramePr>
            <a:graphicFrameLocks noChangeAspect="1"/>
          </p:cNvGraphicFramePr>
          <p:nvPr/>
        </p:nvGraphicFramePr>
        <p:xfrm>
          <a:off x="762000" y="5638800"/>
          <a:ext cx="6873875" cy="609600"/>
        </p:xfrm>
        <a:graphic>
          <a:graphicData uri="http://schemas.openxmlformats.org/presentationml/2006/ole">
            <p:oleObj spid="_x0000_s2052" name="Equation" r:id="rId5" imgW="2577960" imgH="228600" progId="Equation.3">
              <p:embed/>
            </p:oleObj>
          </a:graphicData>
        </a:graphic>
      </p:graphicFrame>
      <p:cxnSp>
        <p:nvCxnSpPr>
          <p:cNvPr id="43" name="Straight Connector 42"/>
          <p:cNvCxnSpPr/>
          <p:nvPr/>
        </p:nvCxnSpPr>
        <p:spPr>
          <a:xfrm rot="5400000">
            <a:off x="2286000" y="3276600"/>
            <a:ext cx="3352800" cy="1588"/>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sp>
        <p:nvSpPr>
          <p:cNvPr id="42" name="Rectangle 41"/>
          <p:cNvSpPr/>
          <p:nvPr/>
        </p:nvSpPr>
        <p:spPr>
          <a:xfrm>
            <a:off x="2514600" y="4267200"/>
            <a:ext cx="657552" cy="923330"/>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IN" sz="5400" b="1"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H</a:t>
            </a:r>
            <a:endParaRPr lang="en-US" sz="540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sp>
        <p:nvSpPr>
          <p:cNvPr id="44" name="Rectangle 43"/>
          <p:cNvSpPr/>
          <p:nvPr/>
        </p:nvSpPr>
        <p:spPr>
          <a:xfrm>
            <a:off x="1476048" y="4267200"/>
            <a:ext cx="657552" cy="923330"/>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IN" sz="5400" b="1"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H</a:t>
            </a:r>
            <a:endParaRPr lang="en-US" sz="540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sp>
        <p:nvSpPr>
          <p:cNvPr id="45" name="Rectangle 44"/>
          <p:cNvSpPr/>
          <p:nvPr/>
        </p:nvSpPr>
        <p:spPr>
          <a:xfrm>
            <a:off x="6581448" y="4267200"/>
            <a:ext cx="657552" cy="923330"/>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IN" sz="5400" b="1" dirty="0" smtClean="0">
                <a:ln w="11430"/>
                <a:solidFill>
                  <a:srgbClr val="00B050"/>
                </a:solidFill>
                <a:effectLst>
                  <a:outerShdw blurRad="50800" dist="39000" dir="5460000" algn="tl">
                    <a:srgbClr val="000000">
                      <a:alpha val="38000"/>
                    </a:srgbClr>
                  </a:outerShdw>
                </a:effectLst>
              </a:rPr>
              <a:t>H</a:t>
            </a:r>
            <a:endParaRPr lang="en-US" sz="5400" b="1" dirty="0">
              <a:ln w="11430"/>
              <a:solidFill>
                <a:srgbClr val="00B050"/>
              </a:solidFill>
              <a:effectLst>
                <a:outerShdw blurRad="50800" dist="39000" dir="5460000" algn="tl">
                  <a:srgbClr val="000000">
                    <a:alpha val="38000"/>
                  </a:srgbClr>
                </a:outerShdw>
              </a:effectLst>
            </a:endParaRPr>
          </a:p>
        </p:txBody>
      </p:sp>
      <p:sp>
        <p:nvSpPr>
          <p:cNvPr id="46" name="Rectangle 45"/>
          <p:cNvSpPr/>
          <p:nvPr/>
        </p:nvSpPr>
        <p:spPr>
          <a:xfrm>
            <a:off x="7114848" y="4267200"/>
            <a:ext cx="657552" cy="923330"/>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IN" sz="5400" b="1" dirty="0" smtClean="0">
                <a:ln w="11430"/>
                <a:solidFill>
                  <a:srgbClr val="00B050"/>
                </a:solidFill>
                <a:effectLst>
                  <a:outerShdw blurRad="50800" dist="39000" dir="5460000" algn="tl">
                    <a:srgbClr val="000000">
                      <a:alpha val="38000"/>
                    </a:srgbClr>
                  </a:outerShdw>
                </a:effectLst>
              </a:rPr>
              <a:t>H</a:t>
            </a:r>
            <a:endParaRPr lang="en-US" sz="5400" b="1" dirty="0">
              <a:ln w="11430"/>
              <a:solidFill>
                <a:srgbClr val="00B050"/>
              </a:solidFill>
              <a:effectLst>
                <a:outerShdw blurRad="50800" dist="39000" dir="5460000" algn="tl">
                  <a:srgbClr val="000000">
                    <a:alpha val="38000"/>
                  </a:srgbClr>
                </a:outerShdw>
              </a:effectLst>
            </a:endParaRPr>
          </a:p>
        </p:txBody>
      </p:sp>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2000" fill="hold"/>
                                        <p:tgtEl>
                                          <p:spTgt spid="16"/>
                                        </p:tgtEl>
                                        <p:attrNameLst>
                                          <p:attrName>ppt_x</p:attrName>
                                        </p:attrNameLst>
                                      </p:cBhvr>
                                      <p:tavLst>
                                        <p:tav tm="0">
                                          <p:val>
                                            <p:strVal val="0-#ppt_w/2"/>
                                          </p:val>
                                        </p:tav>
                                        <p:tav tm="100000">
                                          <p:val>
                                            <p:strVal val="#ppt_x"/>
                                          </p:val>
                                        </p:tav>
                                      </p:tavLst>
                                    </p:anim>
                                    <p:anim calcmode="lin" valueType="num">
                                      <p:cBhvr additive="base">
                                        <p:cTn id="8" dur="2000" fill="hold"/>
                                        <p:tgtEl>
                                          <p:spTgt spid="1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7"/>
                                        </p:tgtEl>
                                        <p:attrNameLst>
                                          <p:attrName>style.visibility</p:attrName>
                                        </p:attrNameLst>
                                      </p:cBhvr>
                                      <p:to>
                                        <p:strVal val="visible"/>
                                      </p:to>
                                    </p:set>
                                    <p:anim calcmode="lin" valueType="num">
                                      <p:cBhvr additive="base">
                                        <p:cTn id="13" dur="2000" fill="hold"/>
                                        <p:tgtEl>
                                          <p:spTgt spid="17"/>
                                        </p:tgtEl>
                                        <p:attrNameLst>
                                          <p:attrName>ppt_x</p:attrName>
                                        </p:attrNameLst>
                                      </p:cBhvr>
                                      <p:tavLst>
                                        <p:tav tm="0">
                                          <p:val>
                                            <p:strVal val="1+#ppt_w/2"/>
                                          </p:val>
                                        </p:tav>
                                        <p:tav tm="100000">
                                          <p:val>
                                            <p:strVal val="#ppt_x"/>
                                          </p:val>
                                        </p:tav>
                                      </p:tavLst>
                                    </p:anim>
                                    <p:anim calcmode="lin" valueType="num">
                                      <p:cBhvr additive="base">
                                        <p:cTn id="14" dur="2000" fill="hold"/>
                                        <p:tgtEl>
                                          <p:spTgt spid="17"/>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8"/>
                                        </p:tgtEl>
                                        <p:attrNameLst>
                                          <p:attrName>style.visibility</p:attrName>
                                        </p:attrNameLst>
                                      </p:cBhvr>
                                      <p:to>
                                        <p:strVal val="visible"/>
                                      </p:to>
                                    </p:set>
                                    <p:anim calcmode="lin" valueType="num">
                                      <p:cBhvr additive="base">
                                        <p:cTn id="19" dur="2000" fill="hold"/>
                                        <p:tgtEl>
                                          <p:spTgt spid="18"/>
                                        </p:tgtEl>
                                        <p:attrNameLst>
                                          <p:attrName>ppt_x</p:attrName>
                                        </p:attrNameLst>
                                      </p:cBhvr>
                                      <p:tavLst>
                                        <p:tav tm="0">
                                          <p:val>
                                            <p:strVal val="0-#ppt_w/2"/>
                                          </p:val>
                                        </p:tav>
                                        <p:tav tm="100000">
                                          <p:val>
                                            <p:strVal val="#ppt_x"/>
                                          </p:val>
                                        </p:tav>
                                      </p:tavLst>
                                    </p:anim>
                                    <p:anim calcmode="lin" valueType="num">
                                      <p:cBhvr additive="base">
                                        <p:cTn id="20" dur="2000" fill="hold"/>
                                        <p:tgtEl>
                                          <p:spTgt spid="18"/>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20"/>
                                        </p:tgtEl>
                                        <p:attrNameLst>
                                          <p:attrName>style.visibility</p:attrName>
                                        </p:attrNameLst>
                                      </p:cBhvr>
                                      <p:to>
                                        <p:strVal val="visible"/>
                                      </p:to>
                                    </p:set>
                                    <p:anim calcmode="lin" valueType="num">
                                      <p:cBhvr additive="base">
                                        <p:cTn id="25" dur="2000" fill="hold"/>
                                        <p:tgtEl>
                                          <p:spTgt spid="20"/>
                                        </p:tgtEl>
                                        <p:attrNameLst>
                                          <p:attrName>ppt_x</p:attrName>
                                        </p:attrNameLst>
                                      </p:cBhvr>
                                      <p:tavLst>
                                        <p:tav tm="0">
                                          <p:val>
                                            <p:strVal val="1+#ppt_w/2"/>
                                          </p:val>
                                        </p:tav>
                                        <p:tav tm="100000">
                                          <p:val>
                                            <p:strVal val="#ppt_x"/>
                                          </p:val>
                                        </p:tav>
                                      </p:tavLst>
                                    </p:anim>
                                    <p:anim calcmode="lin" valueType="num">
                                      <p:cBhvr additive="base">
                                        <p:cTn id="26" dur="2000" fill="hold"/>
                                        <p:tgtEl>
                                          <p:spTgt spid="20"/>
                                        </p:tgtEl>
                                        <p:attrNameLst>
                                          <p:attrName>ppt_y</p:attrName>
                                        </p:attrNameLst>
                                      </p:cBhvr>
                                      <p:tavLst>
                                        <p:tav tm="0">
                                          <p:val>
                                            <p:strVal val="#ppt_y"/>
                                          </p:val>
                                        </p:tav>
                                        <p:tav tm="100000">
                                          <p:val>
                                            <p:strVal val="#ppt_y"/>
                                          </p:val>
                                        </p:tav>
                                      </p:tavLst>
                                    </p:anim>
                                  </p:childTnLst>
                                </p:cTn>
                              </p:par>
                              <p:par>
                                <p:cTn id="27" presetID="2" presetClass="entr" presetSubtype="2" fill="hold" grpId="0" nodeType="withEffect">
                                  <p:stCondLst>
                                    <p:cond delay="0"/>
                                  </p:stCondLst>
                                  <p:childTnLst>
                                    <p:set>
                                      <p:cBhvr>
                                        <p:cTn id="28" dur="1" fill="hold">
                                          <p:stCondLst>
                                            <p:cond delay="0"/>
                                          </p:stCondLst>
                                        </p:cTn>
                                        <p:tgtEl>
                                          <p:spTgt spid="19"/>
                                        </p:tgtEl>
                                        <p:attrNameLst>
                                          <p:attrName>style.visibility</p:attrName>
                                        </p:attrNameLst>
                                      </p:cBhvr>
                                      <p:to>
                                        <p:strVal val="visible"/>
                                      </p:to>
                                    </p:set>
                                    <p:anim calcmode="lin" valueType="num">
                                      <p:cBhvr additive="base">
                                        <p:cTn id="29" dur="2000" fill="hold"/>
                                        <p:tgtEl>
                                          <p:spTgt spid="19"/>
                                        </p:tgtEl>
                                        <p:attrNameLst>
                                          <p:attrName>ppt_x</p:attrName>
                                        </p:attrNameLst>
                                      </p:cBhvr>
                                      <p:tavLst>
                                        <p:tav tm="0">
                                          <p:val>
                                            <p:strVal val="1+#ppt_w/2"/>
                                          </p:val>
                                        </p:tav>
                                        <p:tav tm="100000">
                                          <p:val>
                                            <p:strVal val="#ppt_x"/>
                                          </p:val>
                                        </p:tav>
                                      </p:tavLst>
                                    </p:anim>
                                    <p:anim calcmode="lin" valueType="num">
                                      <p:cBhvr additive="base">
                                        <p:cTn id="30" dur="2000" fill="hold"/>
                                        <p:tgtEl>
                                          <p:spTgt spid="19"/>
                                        </p:tgtEl>
                                        <p:attrNameLst>
                                          <p:attrName>ppt_y</p:attrName>
                                        </p:attrNameLst>
                                      </p:cBhvr>
                                      <p:tavLst>
                                        <p:tav tm="0">
                                          <p:val>
                                            <p:strVal val="#ppt_y"/>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8" fill="hold" grpId="0" nodeType="clickEffect">
                                  <p:stCondLst>
                                    <p:cond delay="0"/>
                                  </p:stCondLst>
                                  <p:childTnLst>
                                    <p:set>
                                      <p:cBhvr>
                                        <p:cTn id="34" dur="1" fill="hold">
                                          <p:stCondLst>
                                            <p:cond delay="0"/>
                                          </p:stCondLst>
                                        </p:cTn>
                                        <p:tgtEl>
                                          <p:spTgt spid="34"/>
                                        </p:tgtEl>
                                        <p:attrNameLst>
                                          <p:attrName>style.visibility</p:attrName>
                                        </p:attrNameLst>
                                      </p:cBhvr>
                                      <p:to>
                                        <p:strVal val="visible"/>
                                      </p:to>
                                    </p:set>
                                    <p:anim calcmode="lin" valueType="num">
                                      <p:cBhvr additive="base">
                                        <p:cTn id="35" dur="3000" fill="hold"/>
                                        <p:tgtEl>
                                          <p:spTgt spid="34"/>
                                        </p:tgtEl>
                                        <p:attrNameLst>
                                          <p:attrName>ppt_x</p:attrName>
                                        </p:attrNameLst>
                                      </p:cBhvr>
                                      <p:tavLst>
                                        <p:tav tm="0">
                                          <p:val>
                                            <p:strVal val="0-#ppt_w/2"/>
                                          </p:val>
                                        </p:tav>
                                        <p:tav tm="100000">
                                          <p:val>
                                            <p:strVal val="#ppt_x"/>
                                          </p:val>
                                        </p:tav>
                                      </p:tavLst>
                                    </p:anim>
                                    <p:anim calcmode="lin" valueType="num">
                                      <p:cBhvr additive="base">
                                        <p:cTn id="36" dur="3000" fill="hold"/>
                                        <p:tgtEl>
                                          <p:spTgt spid="34"/>
                                        </p:tgtEl>
                                        <p:attrNameLst>
                                          <p:attrName>ppt_y</p:attrName>
                                        </p:attrNameLst>
                                      </p:cBhvr>
                                      <p:tavLst>
                                        <p:tav tm="0">
                                          <p:val>
                                            <p:strVal val="#ppt_y"/>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8" fill="hold" grpId="0" nodeType="clickEffect">
                                  <p:stCondLst>
                                    <p:cond delay="0"/>
                                  </p:stCondLst>
                                  <p:childTnLst>
                                    <p:set>
                                      <p:cBhvr>
                                        <p:cTn id="40" dur="1" fill="hold">
                                          <p:stCondLst>
                                            <p:cond delay="0"/>
                                          </p:stCondLst>
                                        </p:cTn>
                                        <p:tgtEl>
                                          <p:spTgt spid="21"/>
                                        </p:tgtEl>
                                        <p:attrNameLst>
                                          <p:attrName>style.visibility</p:attrName>
                                        </p:attrNameLst>
                                      </p:cBhvr>
                                      <p:to>
                                        <p:strVal val="visible"/>
                                      </p:to>
                                    </p:set>
                                    <p:anim calcmode="lin" valueType="num">
                                      <p:cBhvr additive="base">
                                        <p:cTn id="41" dur="2000" fill="hold"/>
                                        <p:tgtEl>
                                          <p:spTgt spid="21"/>
                                        </p:tgtEl>
                                        <p:attrNameLst>
                                          <p:attrName>ppt_x</p:attrName>
                                        </p:attrNameLst>
                                      </p:cBhvr>
                                      <p:tavLst>
                                        <p:tav tm="0">
                                          <p:val>
                                            <p:strVal val="0-#ppt_w/2"/>
                                          </p:val>
                                        </p:tav>
                                        <p:tav tm="100000">
                                          <p:val>
                                            <p:strVal val="#ppt_x"/>
                                          </p:val>
                                        </p:tav>
                                      </p:tavLst>
                                    </p:anim>
                                    <p:anim calcmode="lin" valueType="num">
                                      <p:cBhvr additive="base">
                                        <p:cTn id="42" dur="2000" fill="hold"/>
                                        <p:tgtEl>
                                          <p:spTgt spid="21"/>
                                        </p:tgtEl>
                                        <p:attrNameLst>
                                          <p:attrName>ppt_y</p:attrName>
                                        </p:attrNameLst>
                                      </p:cBhvr>
                                      <p:tavLst>
                                        <p:tav tm="0">
                                          <p:val>
                                            <p:strVal val="#ppt_y"/>
                                          </p:val>
                                        </p:tav>
                                        <p:tav tm="100000">
                                          <p:val>
                                            <p:strVal val="#ppt_y"/>
                                          </p:val>
                                        </p:tav>
                                      </p:tavLst>
                                    </p:anim>
                                  </p:childTnLst>
                                </p:cTn>
                              </p:par>
                              <p:par>
                                <p:cTn id="43" presetID="2" presetClass="entr" presetSubtype="8" fill="hold" grpId="0" nodeType="withEffect">
                                  <p:stCondLst>
                                    <p:cond delay="0"/>
                                  </p:stCondLst>
                                  <p:childTnLst>
                                    <p:set>
                                      <p:cBhvr>
                                        <p:cTn id="44" dur="1" fill="hold">
                                          <p:stCondLst>
                                            <p:cond delay="0"/>
                                          </p:stCondLst>
                                        </p:cTn>
                                        <p:tgtEl>
                                          <p:spTgt spid="23"/>
                                        </p:tgtEl>
                                        <p:attrNameLst>
                                          <p:attrName>style.visibility</p:attrName>
                                        </p:attrNameLst>
                                      </p:cBhvr>
                                      <p:to>
                                        <p:strVal val="visible"/>
                                      </p:to>
                                    </p:set>
                                    <p:anim calcmode="lin" valueType="num">
                                      <p:cBhvr additive="base">
                                        <p:cTn id="45" dur="2000" fill="hold"/>
                                        <p:tgtEl>
                                          <p:spTgt spid="23"/>
                                        </p:tgtEl>
                                        <p:attrNameLst>
                                          <p:attrName>ppt_x</p:attrName>
                                        </p:attrNameLst>
                                      </p:cBhvr>
                                      <p:tavLst>
                                        <p:tav tm="0">
                                          <p:val>
                                            <p:strVal val="0-#ppt_w/2"/>
                                          </p:val>
                                        </p:tav>
                                        <p:tav tm="100000">
                                          <p:val>
                                            <p:strVal val="#ppt_x"/>
                                          </p:val>
                                        </p:tav>
                                      </p:tavLst>
                                    </p:anim>
                                    <p:anim calcmode="lin" valueType="num">
                                      <p:cBhvr additive="base">
                                        <p:cTn id="46" dur="2000" fill="hold"/>
                                        <p:tgtEl>
                                          <p:spTgt spid="23"/>
                                        </p:tgtEl>
                                        <p:attrNameLst>
                                          <p:attrName>ppt_y</p:attrName>
                                        </p:attrNameLst>
                                      </p:cBhvr>
                                      <p:tavLst>
                                        <p:tav tm="0">
                                          <p:val>
                                            <p:strVal val="#ppt_y"/>
                                          </p:val>
                                        </p:tav>
                                        <p:tav tm="100000">
                                          <p:val>
                                            <p:strVal val="#ppt_y"/>
                                          </p:val>
                                        </p:tav>
                                      </p:tavLst>
                                    </p:anim>
                                  </p:childTnLst>
                                </p:cTn>
                              </p:par>
                              <p:par>
                                <p:cTn id="47" presetID="2" presetClass="entr" presetSubtype="8" fill="hold" grpId="0" nodeType="withEffect">
                                  <p:stCondLst>
                                    <p:cond delay="0"/>
                                  </p:stCondLst>
                                  <p:childTnLst>
                                    <p:set>
                                      <p:cBhvr>
                                        <p:cTn id="48" dur="1" fill="hold">
                                          <p:stCondLst>
                                            <p:cond delay="0"/>
                                          </p:stCondLst>
                                        </p:cTn>
                                        <p:tgtEl>
                                          <p:spTgt spid="26"/>
                                        </p:tgtEl>
                                        <p:attrNameLst>
                                          <p:attrName>style.visibility</p:attrName>
                                        </p:attrNameLst>
                                      </p:cBhvr>
                                      <p:to>
                                        <p:strVal val="visible"/>
                                      </p:to>
                                    </p:set>
                                    <p:anim calcmode="lin" valueType="num">
                                      <p:cBhvr additive="base">
                                        <p:cTn id="49" dur="2000" fill="hold"/>
                                        <p:tgtEl>
                                          <p:spTgt spid="26"/>
                                        </p:tgtEl>
                                        <p:attrNameLst>
                                          <p:attrName>ppt_x</p:attrName>
                                        </p:attrNameLst>
                                      </p:cBhvr>
                                      <p:tavLst>
                                        <p:tav tm="0">
                                          <p:val>
                                            <p:strVal val="0-#ppt_w/2"/>
                                          </p:val>
                                        </p:tav>
                                        <p:tav tm="100000">
                                          <p:val>
                                            <p:strVal val="#ppt_x"/>
                                          </p:val>
                                        </p:tav>
                                      </p:tavLst>
                                    </p:anim>
                                    <p:anim calcmode="lin" valueType="num">
                                      <p:cBhvr additive="base">
                                        <p:cTn id="50" dur="2000" fill="hold"/>
                                        <p:tgtEl>
                                          <p:spTgt spid="26"/>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24"/>
                                        </p:tgtEl>
                                        <p:attrNameLst>
                                          <p:attrName>style.visibility</p:attrName>
                                        </p:attrNameLst>
                                      </p:cBhvr>
                                      <p:to>
                                        <p:strVal val="visible"/>
                                      </p:to>
                                    </p:set>
                                    <p:anim calcmode="lin" valueType="num">
                                      <p:cBhvr additive="base">
                                        <p:cTn id="55" dur="500" fill="hold"/>
                                        <p:tgtEl>
                                          <p:spTgt spid="24"/>
                                        </p:tgtEl>
                                        <p:attrNameLst>
                                          <p:attrName>ppt_x</p:attrName>
                                        </p:attrNameLst>
                                      </p:cBhvr>
                                      <p:tavLst>
                                        <p:tav tm="0">
                                          <p:val>
                                            <p:strVal val="#ppt_x"/>
                                          </p:val>
                                        </p:tav>
                                        <p:tav tm="100000">
                                          <p:val>
                                            <p:strVal val="#ppt_x"/>
                                          </p:val>
                                        </p:tav>
                                      </p:tavLst>
                                    </p:anim>
                                    <p:anim calcmode="lin" valueType="num">
                                      <p:cBhvr additive="base">
                                        <p:cTn id="56" dur="500" fill="hold"/>
                                        <p:tgtEl>
                                          <p:spTgt spid="24"/>
                                        </p:tgtEl>
                                        <p:attrNameLst>
                                          <p:attrName>ppt_y</p:attrName>
                                        </p:attrNameLst>
                                      </p:cBhvr>
                                      <p:tavLst>
                                        <p:tav tm="0">
                                          <p:val>
                                            <p:strVal val="1+#ppt_h/2"/>
                                          </p:val>
                                        </p:tav>
                                        <p:tav tm="100000">
                                          <p:val>
                                            <p:strVal val="#ppt_y"/>
                                          </p:val>
                                        </p:tav>
                                      </p:tavLst>
                                    </p:anim>
                                  </p:childTnLst>
                                </p:cTn>
                              </p:par>
                              <p:par>
                                <p:cTn id="57" presetID="2" presetClass="entr" presetSubtype="4" fill="hold" grpId="0" nodeType="withEffect">
                                  <p:stCondLst>
                                    <p:cond delay="0"/>
                                  </p:stCondLst>
                                  <p:childTnLst>
                                    <p:set>
                                      <p:cBhvr>
                                        <p:cTn id="58" dur="1" fill="hold">
                                          <p:stCondLst>
                                            <p:cond delay="0"/>
                                          </p:stCondLst>
                                        </p:cTn>
                                        <p:tgtEl>
                                          <p:spTgt spid="25"/>
                                        </p:tgtEl>
                                        <p:attrNameLst>
                                          <p:attrName>style.visibility</p:attrName>
                                        </p:attrNameLst>
                                      </p:cBhvr>
                                      <p:to>
                                        <p:strVal val="visible"/>
                                      </p:to>
                                    </p:set>
                                    <p:anim calcmode="lin" valueType="num">
                                      <p:cBhvr additive="base">
                                        <p:cTn id="59" dur="500" fill="hold"/>
                                        <p:tgtEl>
                                          <p:spTgt spid="25"/>
                                        </p:tgtEl>
                                        <p:attrNameLst>
                                          <p:attrName>ppt_x</p:attrName>
                                        </p:attrNameLst>
                                      </p:cBhvr>
                                      <p:tavLst>
                                        <p:tav tm="0">
                                          <p:val>
                                            <p:strVal val="#ppt_x"/>
                                          </p:val>
                                        </p:tav>
                                        <p:tav tm="100000">
                                          <p:val>
                                            <p:strVal val="#ppt_x"/>
                                          </p:val>
                                        </p:tav>
                                      </p:tavLst>
                                    </p:anim>
                                    <p:anim calcmode="lin" valueType="num">
                                      <p:cBhvr additive="base">
                                        <p:cTn id="60"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2" presetClass="entr" presetSubtype="12" fill="hold" grpId="1" nodeType="clickEffect">
                                  <p:stCondLst>
                                    <p:cond delay="0"/>
                                  </p:stCondLst>
                                  <p:childTnLst>
                                    <p:set>
                                      <p:cBhvr>
                                        <p:cTn id="64" dur="1" fill="hold">
                                          <p:stCondLst>
                                            <p:cond delay="0"/>
                                          </p:stCondLst>
                                        </p:cTn>
                                        <p:tgtEl>
                                          <p:spTgt spid="24"/>
                                        </p:tgtEl>
                                        <p:attrNameLst>
                                          <p:attrName>style.visibility</p:attrName>
                                        </p:attrNameLst>
                                      </p:cBhvr>
                                      <p:to>
                                        <p:strVal val="visible"/>
                                      </p:to>
                                    </p:set>
                                    <p:anim calcmode="lin" valueType="num">
                                      <p:cBhvr additive="base">
                                        <p:cTn id="65" dur="2000" fill="hold"/>
                                        <p:tgtEl>
                                          <p:spTgt spid="24"/>
                                        </p:tgtEl>
                                        <p:attrNameLst>
                                          <p:attrName>ppt_x</p:attrName>
                                        </p:attrNameLst>
                                      </p:cBhvr>
                                      <p:tavLst>
                                        <p:tav tm="0">
                                          <p:val>
                                            <p:strVal val="0-#ppt_w/2"/>
                                          </p:val>
                                        </p:tav>
                                        <p:tav tm="100000">
                                          <p:val>
                                            <p:strVal val="#ppt_x"/>
                                          </p:val>
                                        </p:tav>
                                      </p:tavLst>
                                    </p:anim>
                                    <p:anim calcmode="lin" valueType="num">
                                      <p:cBhvr additive="base">
                                        <p:cTn id="66" dur="2000" fill="hold"/>
                                        <p:tgtEl>
                                          <p:spTgt spid="24"/>
                                        </p:tgtEl>
                                        <p:attrNameLst>
                                          <p:attrName>ppt_y</p:attrName>
                                        </p:attrNameLst>
                                      </p:cBhvr>
                                      <p:tavLst>
                                        <p:tav tm="0">
                                          <p:val>
                                            <p:strVal val="1+#ppt_h/2"/>
                                          </p:val>
                                        </p:tav>
                                        <p:tav tm="100000">
                                          <p:val>
                                            <p:strVal val="#ppt_y"/>
                                          </p:val>
                                        </p:tav>
                                      </p:tavLst>
                                    </p:anim>
                                  </p:childTnLst>
                                </p:cTn>
                              </p:par>
                              <p:par>
                                <p:cTn id="67" presetID="2" presetClass="entr" presetSubtype="12" fill="hold" grpId="1" nodeType="withEffect">
                                  <p:stCondLst>
                                    <p:cond delay="0"/>
                                  </p:stCondLst>
                                  <p:childTnLst>
                                    <p:set>
                                      <p:cBhvr>
                                        <p:cTn id="68" dur="1" fill="hold">
                                          <p:stCondLst>
                                            <p:cond delay="0"/>
                                          </p:stCondLst>
                                        </p:cTn>
                                        <p:tgtEl>
                                          <p:spTgt spid="25"/>
                                        </p:tgtEl>
                                        <p:attrNameLst>
                                          <p:attrName>style.visibility</p:attrName>
                                        </p:attrNameLst>
                                      </p:cBhvr>
                                      <p:to>
                                        <p:strVal val="visible"/>
                                      </p:to>
                                    </p:set>
                                    <p:anim calcmode="lin" valueType="num">
                                      <p:cBhvr additive="base">
                                        <p:cTn id="69" dur="2000" fill="hold"/>
                                        <p:tgtEl>
                                          <p:spTgt spid="25"/>
                                        </p:tgtEl>
                                        <p:attrNameLst>
                                          <p:attrName>ppt_x</p:attrName>
                                        </p:attrNameLst>
                                      </p:cBhvr>
                                      <p:tavLst>
                                        <p:tav tm="0">
                                          <p:val>
                                            <p:strVal val="0-#ppt_w/2"/>
                                          </p:val>
                                        </p:tav>
                                        <p:tav tm="100000">
                                          <p:val>
                                            <p:strVal val="#ppt_x"/>
                                          </p:val>
                                        </p:tav>
                                      </p:tavLst>
                                    </p:anim>
                                    <p:anim calcmode="lin" valueType="num">
                                      <p:cBhvr additive="base">
                                        <p:cTn id="70" dur="2000" fill="hold"/>
                                        <p:tgtEl>
                                          <p:spTgt spid="25"/>
                                        </p:tgtEl>
                                        <p:attrNameLst>
                                          <p:attrName>ppt_y</p:attrName>
                                        </p:attrNameLst>
                                      </p:cBhvr>
                                      <p:tavLst>
                                        <p:tav tm="0">
                                          <p:val>
                                            <p:strVal val="1+#ppt_h/2"/>
                                          </p:val>
                                        </p:tav>
                                        <p:tav tm="100000">
                                          <p:val>
                                            <p:strVal val="#ppt_y"/>
                                          </p:val>
                                        </p:tav>
                                      </p:tavLst>
                                    </p:anim>
                                  </p:childTnLst>
                                </p:cTn>
                              </p:par>
                            </p:childTnLst>
                          </p:cTn>
                        </p:par>
                      </p:childTnLst>
                    </p:cTn>
                  </p:par>
                  <p:par>
                    <p:cTn id="71" fill="hold">
                      <p:stCondLst>
                        <p:cond delay="indefinite"/>
                      </p:stCondLst>
                      <p:childTnLst>
                        <p:par>
                          <p:cTn id="72" fill="hold">
                            <p:stCondLst>
                              <p:cond delay="0"/>
                            </p:stCondLst>
                            <p:childTnLst>
                              <p:par>
                                <p:cTn id="73" presetID="2" presetClass="entr" presetSubtype="4" fill="hold" grpId="0" nodeType="clickEffect">
                                  <p:stCondLst>
                                    <p:cond delay="0"/>
                                  </p:stCondLst>
                                  <p:childTnLst>
                                    <p:set>
                                      <p:cBhvr>
                                        <p:cTn id="74" dur="1" fill="hold">
                                          <p:stCondLst>
                                            <p:cond delay="0"/>
                                          </p:stCondLst>
                                        </p:cTn>
                                        <p:tgtEl>
                                          <p:spTgt spid="30"/>
                                        </p:tgtEl>
                                        <p:attrNameLst>
                                          <p:attrName>style.visibility</p:attrName>
                                        </p:attrNameLst>
                                      </p:cBhvr>
                                      <p:to>
                                        <p:strVal val="visible"/>
                                      </p:to>
                                    </p:set>
                                    <p:anim calcmode="lin" valueType="num">
                                      <p:cBhvr additive="base">
                                        <p:cTn id="75" dur="2000" fill="hold"/>
                                        <p:tgtEl>
                                          <p:spTgt spid="30"/>
                                        </p:tgtEl>
                                        <p:attrNameLst>
                                          <p:attrName>ppt_x</p:attrName>
                                        </p:attrNameLst>
                                      </p:cBhvr>
                                      <p:tavLst>
                                        <p:tav tm="0">
                                          <p:val>
                                            <p:strVal val="#ppt_x"/>
                                          </p:val>
                                        </p:tav>
                                        <p:tav tm="100000">
                                          <p:val>
                                            <p:strVal val="#ppt_x"/>
                                          </p:val>
                                        </p:tav>
                                      </p:tavLst>
                                    </p:anim>
                                    <p:anim calcmode="lin" valueType="num">
                                      <p:cBhvr additive="base">
                                        <p:cTn id="76" dur="2000" fill="hold"/>
                                        <p:tgtEl>
                                          <p:spTgt spid="30"/>
                                        </p:tgtEl>
                                        <p:attrNameLst>
                                          <p:attrName>ppt_y</p:attrName>
                                        </p:attrNameLst>
                                      </p:cBhvr>
                                      <p:tavLst>
                                        <p:tav tm="0">
                                          <p:val>
                                            <p:strVal val="1+#ppt_h/2"/>
                                          </p:val>
                                        </p:tav>
                                        <p:tav tm="100000">
                                          <p:val>
                                            <p:strVal val="#ppt_y"/>
                                          </p:val>
                                        </p:tav>
                                      </p:tavLst>
                                    </p:anim>
                                  </p:childTnLst>
                                </p:cTn>
                              </p:par>
                              <p:par>
                                <p:cTn id="77" presetID="2" presetClass="entr" presetSubtype="4" fill="hold" grpId="0" nodeType="withEffect">
                                  <p:stCondLst>
                                    <p:cond delay="0"/>
                                  </p:stCondLst>
                                  <p:childTnLst>
                                    <p:set>
                                      <p:cBhvr>
                                        <p:cTn id="78" dur="1" fill="hold">
                                          <p:stCondLst>
                                            <p:cond delay="0"/>
                                          </p:stCondLst>
                                        </p:cTn>
                                        <p:tgtEl>
                                          <p:spTgt spid="29"/>
                                        </p:tgtEl>
                                        <p:attrNameLst>
                                          <p:attrName>style.visibility</p:attrName>
                                        </p:attrNameLst>
                                      </p:cBhvr>
                                      <p:to>
                                        <p:strVal val="visible"/>
                                      </p:to>
                                    </p:set>
                                    <p:anim calcmode="lin" valueType="num">
                                      <p:cBhvr additive="base">
                                        <p:cTn id="79" dur="2000" fill="hold"/>
                                        <p:tgtEl>
                                          <p:spTgt spid="29"/>
                                        </p:tgtEl>
                                        <p:attrNameLst>
                                          <p:attrName>ppt_x</p:attrName>
                                        </p:attrNameLst>
                                      </p:cBhvr>
                                      <p:tavLst>
                                        <p:tav tm="0">
                                          <p:val>
                                            <p:strVal val="#ppt_x"/>
                                          </p:val>
                                        </p:tav>
                                        <p:tav tm="100000">
                                          <p:val>
                                            <p:strVal val="#ppt_x"/>
                                          </p:val>
                                        </p:tav>
                                      </p:tavLst>
                                    </p:anim>
                                    <p:anim calcmode="lin" valueType="num">
                                      <p:cBhvr additive="base">
                                        <p:cTn id="80" dur="2000" fill="hold"/>
                                        <p:tgtEl>
                                          <p:spTgt spid="29"/>
                                        </p:tgtEl>
                                        <p:attrNameLst>
                                          <p:attrName>ppt_y</p:attrName>
                                        </p:attrNameLst>
                                      </p:cBhvr>
                                      <p:tavLst>
                                        <p:tav tm="0">
                                          <p:val>
                                            <p:strVal val="1+#ppt_h/2"/>
                                          </p:val>
                                        </p:tav>
                                        <p:tav tm="100000">
                                          <p:val>
                                            <p:strVal val="#ppt_y"/>
                                          </p:val>
                                        </p:tav>
                                      </p:tavLst>
                                    </p:anim>
                                  </p:childTnLst>
                                </p:cTn>
                              </p:par>
                              <p:par>
                                <p:cTn id="81" presetID="2" presetClass="entr" presetSubtype="4" fill="hold" grpId="0" nodeType="withEffect">
                                  <p:stCondLst>
                                    <p:cond delay="0"/>
                                  </p:stCondLst>
                                  <p:childTnLst>
                                    <p:set>
                                      <p:cBhvr>
                                        <p:cTn id="82" dur="1" fill="hold">
                                          <p:stCondLst>
                                            <p:cond delay="0"/>
                                          </p:stCondLst>
                                        </p:cTn>
                                        <p:tgtEl>
                                          <p:spTgt spid="28"/>
                                        </p:tgtEl>
                                        <p:attrNameLst>
                                          <p:attrName>style.visibility</p:attrName>
                                        </p:attrNameLst>
                                      </p:cBhvr>
                                      <p:to>
                                        <p:strVal val="visible"/>
                                      </p:to>
                                    </p:set>
                                    <p:anim calcmode="lin" valueType="num">
                                      <p:cBhvr additive="base">
                                        <p:cTn id="83" dur="2000" fill="hold"/>
                                        <p:tgtEl>
                                          <p:spTgt spid="28"/>
                                        </p:tgtEl>
                                        <p:attrNameLst>
                                          <p:attrName>ppt_x</p:attrName>
                                        </p:attrNameLst>
                                      </p:cBhvr>
                                      <p:tavLst>
                                        <p:tav tm="0">
                                          <p:val>
                                            <p:strVal val="#ppt_x"/>
                                          </p:val>
                                        </p:tav>
                                        <p:tav tm="100000">
                                          <p:val>
                                            <p:strVal val="#ppt_x"/>
                                          </p:val>
                                        </p:tav>
                                      </p:tavLst>
                                    </p:anim>
                                    <p:anim calcmode="lin" valueType="num">
                                      <p:cBhvr additive="base">
                                        <p:cTn id="84" dur="2000" fill="hold"/>
                                        <p:tgtEl>
                                          <p:spTgt spid="28"/>
                                        </p:tgtEl>
                                        <p:attrNameLst>
                                          <p:attrName>ppt_y</p:attrName>
                                        </p:attrNameLst>
                                      </p:cBhvr>
                                      <p:tavLst>
                                        <p:tav tm="0">
                                          <p:val>
                                            <p:strVal val="1+#ppt_h/2"/>
                                          </p:val>
                                        </p:tav>
                                        <p:tav tm="100000">
                                          <p:val>
                                            <p:strVal val="#ppt_y"/>
                                          </p:val>
                                        </p:tav>
                                      </p:tavLst>
                                    </p:anim>
                                  </p:childTnLst>
                                </p:cTn>
                              </p:par>
                              <p:par>
                                <p:cTn id="85" presetID="2" presetClass="entr" presetSubtype="4" fill="hold" grpId="0" nodeType="withEffect">
                                  <p:stCondLst>
                                    <p:cond delay="0"/>
                                  </p:stCondLst>
                                  <p:childTnLst>
                                    <p:set>
                                      <p:cBhvr>
                                        <p:cTn id="86" dur="1" fill="hold">
                                          <p:stCondLst>
                                            <p:cond delay="0"/>
                                          </p:stCondLst>
                                        </p:cTn>
                                        <p:tgtEl>
                                          <p:spTgt spid="32"/>
                                        </p:tgtEl>
                                        <p:attrNameLst>
                                          <p:attrName>style.visibility</p:attrName>
                                        </p:attrNameLst>
                                      </p:cBhvr>
                                      <p:to>
                                        <p:strVal val="visible"/>
                                      </p:to>
                                    </p:set>
                                    <p:anim calcmode="lin" valueType="num">
                                      <p:cBhvr additive="base">
                                        <p:cTn id="87" dur="2000" fill="hold"/>
                                        <p:tgtEl>
                                          <p:spTgt spid="32"/>
                                        </p:tgtEl>
                                        <p:attrNameLst>
                                          <p:attrName>ppt_x</p:attrName>
                                        </p:attrNameLst>
                                      </p:cBhvr>
                                      <p:tavLst>
                                        <p:tav tm="0">
                                          <p:val>
                                            <p:strVal val="#ppt_x"/>
                                          </p:val>
                                        </p:tav>
                                        <p:tav tm="100000">
                                          <p:val>
                                            <p:strVal val="#ppt_x"/>
                                          </p:val>
                                        </p:tav>
                                      </p:tavLst>
                                    </p:anim>
                                    <p:anim calcmode="lin" valueType="num">
                                      <p:cBhvr additive="base">
                                        <p:cTn id="88" dur="2000" fill="hold"/>
                                        <p:tgtEl>
                                          <p:spTgt spid="32"/>
                                        </p:tgtEl>
                                        <p:attrNameLst>
                                          <p:attrName>ppt_y</p:attrName>
                                        </p:attrNameLst>
                                      </p:cBhvr>
                                      <p:tavLst>
                                        <p:tav tm="0">
                                          <p:val>
                                            <p:strVal val="1+#ppt_h/2"/>
                                          </p:val>
                                        </p:tav>
                                        <p:tav tm="100000">
                                          <p:val>
                                            <p:strVal val="#ppt_y"/>
                                          </p:val>
                                        </p:tav>
                                      </p:tavLst>
                                    </p:anim>
                                  </p:childTnLst>
                                </p:cTn>
                              </p:par>
                              <p:par>
                                <p:cTn id="89" presetID="2" presetClass="entr" presetSubtype="4" fill="hold" grpId="0" nodeType="withEffect">
                                  <p:stCondLst>
                                    <p:cond delay="0"/>
                                  </p:stCondLst>
                                  <p:childTnLst>
                                    <p:set>
                                      <p:cBhvr>
                                        <p:cTn id="90" dur="1" fill="hold">
                                          <p:stCondLst>
                                            <p:cond delay="0"/>
                                          </p:stCondLst>
                                        </p:cTn>
                                        <p:tgtEl>
                                          <p:spTgt spid="31"/>
                                        </p:tgtEl>
                                        <p:attrNameLst>
                                          <p:attrName>style.visibility</p:attrName>
                                        </p:attrNameLst>
                                      </p:cBhvr>
                                      <p:to>
                                        <p:strVal val="visible"/>
                                      </p:to>
                                    </p:set>
                                    <p:anim calcmode="lin" valueType="num">
                                      <p:cBhvr additive="base">
                                        <p:cTn id="91" dur="2000" fill="hold"/>
                                        <p:tgtEl>
                                          <p:spTgt spid="31"/>
                                        </p:tgtEl>
                                        <p:attrNameLst>
                                          <p:attrName>ppt_x</p:attrName>
                                        </p:attrNameLst>
                                      </p:cBhvr>
                                      <p:tavLst>
                                        <p:tav tm="0">
                                          <p:val>
                                            <p:strVal val="#ppt_x"/>
                                          </p:val>
                                        </p:tav>
                                        <p:tav tm="100000">
                                          <p:val>
                                            <p:strVal val="#ppt_x"/>
                                          </p:val>
                                        </p:tav>
                                      </p:tavLst>
                                    </p:anim>
                                    <p:anim calcmode="lin" valueType="num">
                                      <p:cBhvr additive="base">
                                        <p:cTn id="92" dur="2000" fill="hold"/>
                                        <p:tgtEl>
                                          <p:spTgt spid="31"/>
                                        </p:tgtEl>
                                        <p:attrNameLst>
                                          <p:attrName>ppt_y</p:attrName>
                                        </p:attrNameLst>
                                      </p:cBhvr>
                                      <p:tavLst>
                                        <p:tav tm="0">
                                          <p:val>
                                            <p:strVal val="1+#ppt_h/2"/>
                                          </p:val>
                                        </p:tav>
                                        <p:tav tm="100000">
                                          <p:val>
                                            <p:strVal val="#ppt_y"/>
                                          </p:val>
                                        </p:tav>
                                      </p:tavLst>
                                    </p:anim>
                                  </p:childTnLst>
                                </p:cTn>
                              </p:par>
                              <p:par>
                                <p:cTn id="93" presetID="2" presetClass="entr" presetSubtype="4" fill="hold" grpId="0" nodeType="withEffect">
                                  <p:stCondLst>
                                    <p:cond delay="0"/>
                                  </p:stCondLst>
                                  <p:childTnLst>
                                    <p:set>
                                      <p:cBhvr>
                                        <p:cTn id="94" dur="1" fill="hold">
                                          <p:stCondLst>
                                            <p:cond delay="0"/>
                                          </p:stCondLst>
                                        </p:cTn>
                                        <p:tgtEl>
                                          <p:spTgt spid="27"/>
                                        </p:tgtEl>
                                        <p:attrNameLst>
                                          <p:attrName>style.visibility</p:attrName>
                                        </p:attrNameLst>
                                      </p:cBhvr>
                                      <p:to>
                                        <p:strVal val="visible"/>
                                      </p:to>
                                    </p:set>
                                    <p:anim calcmode="lin" valueType="num">
                                      <p:cBhvr additive="base">
                                        <p:cTn id="95" dur="2000" fill="hold"/>
                                        <p:tgtEl>
                                          <p:spTgt spid="27"/>
                                        </p:tgtEl>
                                        <p:attrNameLst>
                                          <p:attrName>ppt_x</p:attrName>
                                        </p:attrNameLst>
                                      </p:cBhvr>
                                      <p:tavLst>
                                        <p:tav tm="0">
                                          <p:val>
                                            <p:strVal val="#ppt_x"/>
                                          </p:val>
                                        </p:tav>
                                        <p:tav tm="100000">
                                          <p:val>
                                            <p:strVal val="#ppt_x"/>
                                          </p:val>
                                        </p:tav>
                                      </p:tavLst>
                                    </p:anim>
                                    <p:anim calcmode="lin" valueType="num">
                                      <p:cBhvr additive="base">
                                        <p:cTn id="96" dur="2000" fill="hold"/>
                                        <p:tgtEl>
                                          <p:spTgt spid="27"/>
                                        </p:tgtEl>
                                        <p:attrNameLst>
                                          <p:attrName>ppt_y</p:attrName>
                                        </p:attrNameLst>
                                      </p:cBhvr>
                                      <p:tavLst>
                                        <p:tav tm="0">
                                          <p:val>
                                            <p:strVal val="1+#ppt_h/2"/>
                                          </p:val>
                                        </p:tav>
                                        <p:tav tm="100000">
                                          <p:val>
                                            <p:strVal val="#ppt_y"/>
                                          </p:val>
                                        </p:tav>
                                      </p:tavLst>
                                    </p:anim>
                                  </p:childTnLst>
                                </p:cTn>
                              </p:par>
                            </p:childTnLst>
                          </p:cTn>
                        </p:par>
                      </p:childTnLst>
                    </p:cTn>
                  </p:par>
                  <p:par>
                    <p:cTn id="97" fill="hold">
                      <p:stCondLst>
                        <p:cond delay="indefinite"/>
                      </p:stCondLst>
                      <p:childTnLst>
                        <p:par>
                          <p:cTn id="98" fill="hold">
                            <p:stCondLst>
                              <p:cond delay="0"/>
                            </p:stCondLst>
                            <p:childTnLst>
                              <p:par>
                                <p:cTn id="99" presetID="2" presetClass="entr" presetSubtype="4" fill="hold" grpId="0" nodeType="clickEffect">
                                  <p:stCondLst>
                                    <p:cond delay="0"/>
                                  </p:stCondLst>
                                  <p:childTnLst>
                                    <p:set>
                                      <p:cBhvr>
                                        <p:cTn id="100" dur="1" fill="hold">
                                          <p:stCondLst>
                                            <p:cond delay="0"/>
                                          </p:stCondLst>
                                        </p:cTn>
                                        <p:tgtEl>
                                          <p:spTgt spid="33"/>
                                        </p:tgtEl>
                                        <p:attrNameLst>
                                          <p:attrName>style.visibility</p:attrName>
                                        </p:attrNameLst>
                                      </p:cBhvr>
                                      <p:to>
                                        <p:strVal val="visible"/>
                                      </p:to>
                                    </p:set>
                                    <p:anim calcmode="lin" valueType="num">
                                      <p:cBhvr additive="base">
                                        <p:cTn id="101" dur="2000" fill="hold"/>
                                        <p:tgtEl>
                                          <p:spTgt spid="33"/>
                                        </p:tgtEl>
                                        <p:attrNameLst>
                                          <p:attrName>ppt_x</p:attrName>
                                        </p:attrNameLst>
                                      </p:cBhvr>
                                      <p:tavLst>
                                        <p:tav tm="0">
                                          <p:val>
                                            <p:strVal val="#ppt_x"/>
                                          </p:val>
                                        </p:tav>
                                        <p:tav tm="100000">
                                          <p:val>
                                            <p:strVal val="#ppt_x"/>
                                          </p:val>
                                        </p:tav>
                                      </p:tavLst>
                                    </p:anim>
                                    <p:anim calcmode="lin" valueType="num">
                                      <p:cBhvr additive="base">
                                        <p:cTn id="102" dur="2000" fill="hold"/>
                                        <p:tgtEl>
                                          <p:spTgt spid="33"/>
                                        </p:tgtEl>
                                        <p:attrNameLst>
                                          <p:attrName>ppt_y</p:attrName>
                                        </p:attrNameLst>
                                      </p:cBhvr>
                                      <p:tavLst>
                                        <p:tav tm="0">
                                          <p:val>
                                            <p:strVal val="1+#ppt_h/2"/>
                                          </p:val>
                                        </p:tav>
                                        <p:tav tm="100000">
                                          <p:val>
                                            <p:strVal val="#ppt_y"/>
                                          </p:val>
                                        </p:tav>
                                      </p:tavLst>
                                    </p:anim>
                                  </p:childTnLst>
                                </p:cTn>
                              </p:par>
                            </p:childTnLst>
                          </p:cTn>
                        </p:par>
                      </p:childTnLst>
                    </p:cTn>
                  </p:par>
                  <p:par>
                    <p:cTn id="103" fill="hold">
                      <p:stCondLst>
                        <p:cond delay="indefinite"/>
                      </p:stCondLst>
                      <p:childTnLst>
                        <p:par>
                          <p:cTn id="104" fill="hold">
                            <p:stCondLst>
                              <p:cond delay="0"/>
                            </p:stCondLst>
                            <p:childTnLst>
                              <p:par>
                                <p:cTn id="105" presetID="2" presetClass="entr" presetSubtype="8" fill="hold" grpId="0" nodeType="clickEffect">
                                  <p:stCondLst>
                                    <p:cond delay="0"/>
                                  </p:stCondLst>
                                  <p:childTnLst>
                                    <p:set>
                                      <p:cBhvr>
                                        <p:cTn id="106" dur="1" fill="hold">
                                          <p:stCondLst>
                                            <p:cond delay="0"/>
                                          </p:stCondLst>
                                        </p:cTn>
                                        <p:tgtEl>
                                          <p:spTgt spid="13"/>
                                        </p:tgtEl>
                                        <p:attrNameLst>
                                          <p:attrName>style.visibility</p:attrName>
                                        </p:attrNameLst>
                                      </p:cBhvr>
                                      <p:to>
                                        <p:strVal val="visible"/>
                                      </p:to>
                                    </p:set>
                                    <p:anim calcmode="lin" valueType="num">
                                      <p:cBhvr additive="base">
                                        <p:cTn id="107" dur="2000" fill="hold"/>
                                        <p:tgtEl>
                                          <p:spTgt spid="13"/>
                                        </p:tgtEl>
                                        <p:attrNameLst>
                                          <p:attrName>ppt_x</p:attrName>
                                        </p:attrNameLst>
                                      </p:cBhvr>
                                      <p:tavLst>
                                        <p:tav tm="0">
                                          <p:val>
                                            <p:strVal val="0-#ppt_w/2"/>
                                          </p:val>
                                        </p:tav>
                                        <p:tav tm="100000">
                                          <p:val>
                                            <p:strVal val="#ppt_x"/>
                                          </p:val>
                                        </p:tav>
                                      </p:tavLst>
                                    </p:anim>
                                    <p:anim calcmode="lin" valueType="num">
                                      <p:cBhvr additive="base">
                                        <p:cTn id="108" dur="2000" fill="hold"/>
                                        <p:tgtEl>
                                          <p:spTgt spid="13"/>
                                        </p:tgtEl>
                                        <p:attrNameLst>
                                          <p:attrName>ppt_y</p:attrName>
                                        </p:attrNameLst>
                                      </p:cBhvr>
                                      <p:tavLst>
                                        <p:tav tm="0">
                                          <p:val>
                                            <p:strVal val="#ppt_y"/>
                                          </p:val>
                                        </p:tav>
                                        <p:tav tm="100000">
                                          <p:val>
                                            <p:strVal val="#ppt_y"/>
                                          </p:val>
                                        </p:tav>
                                      </p:tavLst>
                                    </p:anim>
                                  </p:childTnLst>
                                </p:cTn>
                              </p:par>
                            </p:childTnLst>
                          </p:cTn>
                        </p:par>
                      </p:childTnLst>
                    </p:cTn>
                  </p:par>
                  <p:par>
                    <p:cTn id="109" fill="hold">
                      <p:stCondLst>
                        <p:cond delay="indefinite"/>
                      </p:stCondLst>
                      <p:childTnLst>
                        <p:par>
                          <p:cTn id="110" fill="hold">
                            <p:stCondLst>
                              <p:cond delay="0"/>
                            </p:stCondLst>
                            <p:childTnLst>
                              <p:par>
                                <p:cTn id="111" presetID="2" presetClass="entr" presetSubtype="8" fill="hold" grpId="0" nodeType="clickEffect">
                                  <p:stCondLst>
                                    <p:cond delay="0"/>
                                  </p:stCondLst>
                                  <p:childTnLst>
                                    <p:set>
                                      <p:cBhvr>
                                        <p:cTn id="112" dur="1" fill="hold">
                                          <p:stCondLst>
                                            <p:cond delay="0"/>
                                          </p:stCondLst>
                                        </p:cTn>
                                        <p:tgtEl>
                                          <p:spTgt spid="42"/>
                                        </p:tgtEl>
                                        <p:attrNameLst>
                                          <p:attrName>style.visibility</p:attrName>
                                        </p:attrNameLst>
                                      </p:cBhvr>
                                      <p:to>
                                        <p:strVal val="visible"/>
                                      </p:to>
                                    </p:set>
                                    <p:anim calcmode="lin" valueType="num">
                                      <p:cBhvr additive="base">
                                        <p:cTn id="113" dur="2000" fill="hold"/>
                                        <p:tgtEl>
                                          <p:spTgt spid="42"/>
                                        </p:tgtEl>
                                        <p:attrNameLst>
                                          <p:attrName>ppt_x</p:attrName>
                                        </p:attrNameLst>
                                      </p:cBhvr>
                                      <p:tavLst>
                                        <p:tav tm="0">
                                          <p:val>
                                            <p:strVal val="0-#ppt_w/2"/>
                                          </p:val>
                                        </p:tav>
                                        <p:tav tm="100000">
                                          <p:val>
                                            <p:strVal val="#ppt_x"/>
                                          </p:val>
                                        </p:tav>
                                      </p:tavLst>
                                    </p:anim>
                                    <p:anim calcmode="lin" valueType="num">
                                      <p:cBhvr additive="base">
                                        <p:cTn id="114" dur="2000" fill="hold"/>
                                        <p:tgtEl>
                                          <p:spTgt spid="42"/>
                                        </p:tgtEl>
                                        <p:attrNameLst>
                                          <p:attrName>ppt_y</p:attrName>
                                        </p:attrNameLst>
                                      </p:cBhvr>
                                      <p:tavLst>
                                        <p:tav tm="0">
                                          <p:val>
                                            <p:strVal val="#ppt_y"/>
                                          </p:val>
                                        </p:tav>
                                        <p:tav tm="100000">
                                          <p:val>
                                            <p:strVal val="#ppt_y"/>
                                          </p:val>
                                        </p:tav>
                                      </p:tavLst>
                                    </p:anim>
                                  </p:childTnLst>
                                </p:cTn>
                              </p:par>
                            </p:childTnLst>
                          </p:cTn>
                        </p:par>
                      </p:childTnLst>
                    </p:cTn>
                  </p:par>
                  <p:par>
                    <p:cTn id="115" fill="hold">
                      <p:stCondLst>
                        <p:cond delay="indefinite"/>
                      </p:stCondLst>
                      <p:childTnLst>
                        <p:par>
                          <p:cTn id="116" fill="hold">
                            <p:stCondLst>
                              <p:cond delay="0"/>
                            </p:stCondLst>
                            <p:childTnLst>
                              <p:par>
                                <p:cTn id="117" presetID="2" presetClass="entr" presetSubtype="8" fill="hold" grpId="0" nodeType="clickEffect">
                                  <p:stCondLst>
                                    <p:cond delay="0"/>
                                  </p:stCondLst>
                                  <p:childTnLst>
                                    <p:set>
                                      <p:cBhvr>
                                        <p:cTn id="118" dur="1" fill="hold">
                                          <p:stCondLst>
                                            <p:cond delay="0"/>
                                          </p:stCondLst>
                                        </p:cTn>
                                        <p:tgtEl>
                                          <p:spTgt spid="44"/>
                                        </p:tgtEl>
                                        <p:attrNameLst>
                                          <p:attrName>style.visibility</p:attrName>
                                        </p:attrNameLst>
                                      </p:cBhvr>
                                      <p:to>
                                        <p:strVal val="visible"/>
                                      </p:to>
                                    </p:set>
                                    <p:anim calcmode="lin" valueType="num">
                                      <p:cBhvr additive="base">
                                        <p:cTn id="119" dur="2000" fill="hold"/>
                                        <p:tgtEl>
                                          <p:spTgt spid="44"/>
                                        </p:tgtEl>
                                        <p:attrNameLst>
                                          <p:attrName>ppt_x</p:attrName>
                                        </p:attrNameLst>
                                      </p:cBhvr>
                                      <p:tavLst>
                                        <p:tav tm="0">
                                          <p:val>
                                            <p:strVal val="0-#ppt_w/2"/>
                                          </p:val>
                                        </p:tav>
                                        <p:tav tm="100000">
                                          <p:val>
                                            <p:strVal val="#ppt_x"/>
                                          </p:val>
                                        </p:tav>
                                      </p:tavLst>
                                    </p:anim>
                                    <p:anim calcmode="lin" valueType="num">
                                      <p:cBhvr additive="base">
                                        <p:cTn id="120" dur="2000" fill="hold"/>
                                        <p:tgtEl>
                                          <p:spTgt spid="44"/>
                                        </p:tgtEl>
                                        <p:attrNameLst>
                                          <p:attrName>ppt_y</p:attrName>
                                        </p:attrNameLst>
                                      </p:cBhvr>
                                      <p:tavLst>
                                        <p:tav tm="0">
                                          <p:val>
                                            <p:strVal val="#ppt_y"/>
                                          </p:val>
                                        </p:tav>
                                        <p:tav tm="100000">
                                          <p:val>
                                            <p:strVal val="#ppt_y"/>
                                          </p:val>
                                        </p:tav>
                                      </p:tavLst>
                                    </p:anim>
                                  </p:childTnLst>
                                </p:cTn>
                              </p:par>
                            </p:childTnLst>
                          </p:cTn>
                        </p:par>
                      </p:childTnLst>
                    </p:cTn>
                  </p:par>
                  <p:par>
                    <p:cTn id="121" fill="hold">
                      <p:stCondLst>
                        <p:cond delay="indefinite"/>
                      </p:stCondLst>
                      <p:childTnLst>
                        <p:par>
                          <p:cTn id="122" fill="hold">
                            <p:stCondLst>
                              <p:cond delay="0"/>
                            </p:stCondLst>
                            <p:childTnLst>
                              <p:par>
                                <p:cTn id="123" presetID="2" presetClass="entr" presetSubtype="2" fill="hold" grpId="0" nodeType="clickEffect">
                                  <p:stCondLst>
                                    <p:cond delay="0"/>
                                  </p:stCondLst>
                                  <p:childTnLst>
                                    <p:set>
                                      <p:cBhvr>
                                        <p:cTn id="124" dur="1" fill="hold">
                                          <p:stCondLst>
                                            <p:cond delay="0"/>
                                          </p:stCondLst>
                                        </p:cTn>
                                        <p:tgtEl>
                                          <p:spTgt spid="15"/>
                                        </p:tgtEl>
                                        <p:attrNameLst>
                                          <p:attrName>style.visibility</p:attrName>
                                        </p:attrNameLst>
                                      </p:cBhvr>
                                      <p:to>
                                        <p:strVal val="visible"/>
                                      </p:to>
                                    </p:set>
                                    <p:anim calcmode="lin" valueType="num">
                                      <p:cBhvr additive="base">
                                        <p:cTn id="125" dur="2000" fill="hold"/>
                                        <p:tgtEl>
                                          <p:spTgt spid="15"/>
                                        </p:tgtEl>
                                        <p:attrNameLst>
                                          <p:attrName>ppt_x</p:attrName>
                                        </p:attrNameLst>
                                      </p:cBhvr>
                                      <p:tavLst>
                                        <p:tav tm="0">
                                          <p:val>
                                            <p:strVal val="1+#ppt_w/2"/>
                                          </p:val>
                                        </p:tav>
                                        <p:tav tm="100000">
                                          <p:val>
                                            <p:strVal val="#ppt_x"/>
                                          </p:val>
                                        </p:tav>
                                      </p:tavLst>
                                    </p:anim>
                                    <p:anim calcmode="lin" valueType="num">
                                      <p:cBhvr additive="base">
                                        <p:cTn id="126" dur="2000" fill="hold"/>
                                        <p:tgtEl>
                                          <p:spTgt spid="15"/>
                                        </p:tgtEl>
                                        <p:attrNameLst>
                                          <p:attrName>ppt_y</p:attrName>
                                        </p:attrNameLst>
                                      </p:cBhvr>
                                      <p:tavLst>
                                        <p:tav tm="0">
                                          <p:val>
                                            <p:strVal val="#ppt_y"/>
                                          </p:val>
                                        </p:tav>
                                        <p:tav tm="100000">
                                          <p:val>
                                            <p:strVal val="#ppt_y"/>
                                          </p:val>
                                        </p:tav>
                                      </p:tavLst>
                                    </p:anim>
                                  </p:childTnLst>
                                </p:cTn>
                              </p:par>
                              <p:par>
                                <p:cTn id="127" presetID="2" presetClass="entr" presetSubtype="2" fill="hold" grpId="0" nodeType="withEffect">
                                  <p:stCondLst>
                                    <p:cond delay="0"/>
                                  </p:stCondLst>
                                  <p:childTnLst>
                                    <p:set>
                                      <p:cBhvr>
                                        <p:cTn id="128" dur="1" fill="hold">
                                          <p:stCondLst>
                                            <p:cond delay="0"/>
                                          </p:stCondLst>
                                        </p:cTn>
                                        <p:tgtEl>
                                          <p:spTgt spid="14"/>
                                        </p:tgtEl>
                                        <p:attrNameLst>
                                          <p:attrName>style.visibility</p:attrName>
                                        </p:attrNameLst>
                                      </p:cBhvr>
                                      <p:to>
                                        <p:strVal val="visible"/>
                                      </p:to>
                                    </p:set>
                                    <p:anim calcmode="lin" valueType="num">
                                      <p:cBhvr additive="base">
                                        <p:cTn id="129" dur="2000" fill="hold"/>
                                        <p:tgtEl>
                                          <p:spTgt spid="14"/>
                                        </p:tgtEl>
                                        <p:attrNameLst>
                                          <p:attrName>ppt_x</p:attrName>
                                        </p:attrNameLst>
                                      </p:cBhvr>
                                      <p:tavLst>
                                        <p:tav tm="0">
                                          <p:val>
                                            <p:strVal val="1+#ppt_w/2"/>
                                          </p:val>
                                        </p:tav>
                                        <p:tav tm="100000">
                                          <p:val>
                                            <p:strVal val="#ppt_x"/>
                                          </p:val>
                                        </p:tav>
                                      </p:tavLst>
                                    </p:anim>
                                    <p:anim calcmode="lin" valueType="num">
                                      <p:cBhvr additive="base">
                                        <p:cTn id="130" dur="2000" fill="hold"/>
                                        <p:tgtEl>
                                          <p:spTgt spid="14"/>
                                        </p:tgtEl>
                                        <p:attrNameLst>
                                          <p:attrName>ppt_y</p:attrName>
                                        </p:attrNameLst>
                                      </p:cBhvr>
                                      <p:tavLst>
                                        <p:tav tm="0">
                                          <p:val>
                                            <p:strVal val="#ppt_y"/>
                                          </p:val>
                                        </p:tav>
                                        <p:tav tm="100000">
                                          <p:val>
                                            <p:strVal val="#ppt_y"/>
                                          </p:val>
                                        </p:tav>
                                      </p:tavLst>
                                    </p:anim>
                                  </p:childTnLst>
                                </p:cTn>
                              </p:par>
                            </p:childTnLst>
                          </p:cTn>
                        </p:par>
                      </p:childTnLst>
                    </p:cTn>
                  </p:par>
                  <p:par>
                    <p:cTn id="131" fill="hold">
                      <p:stCondLst>
                        <p:cond delay="indefinite"/>
                      </p:stCondLst>
                      <p:childTnLst>
                        <p:par>
                          <p:cTn id="132" fill="hold">
                            <p:stCondLst>
                              <p:cond delay="0"/>
                            </p:stCondLst>
                            <p:childTnLst>
                              <p:par>
                                <p:cTn id="133" presetID="2" presetClass="entr" presetSubtype="8" fill="hold" grpId="0" nodeType="clickEffect">
                                  <p:stCondLst>
                                    <p:cond delay="0"/>
                                  </p:stCondLst>
                                  <p:childTnLst>
                                    <p:set>
                                      <p:cBhvr>
                                        <p:cTn id="134" dur="1" fill="hold">
                                          <p:stCondLst>
                                            <p:cond delay="0"/>
                                          </p:stCondLst>
                                        </p:cTn>
                                        <p:tgtEl>
                                          <p:spTgt spid="35"/>
                                        </p:tgtEl>
                                        <p:attrNameLst>
                                          <p:attrName>style.visibility</p:attrName>
                                        </p:attrNameLst>
                                      </p:cBhvr>
                                      <p:to>
                                        <p:strVal val="visible"/>
                                      </p:to>
                                    </p:set>
                                    <p:anim calcmode="lin" valueType="num">
                                      <p:cBhvr additive="base">
                                        <p:cTn id="135" dur="3000" fill="hold"/>
                                        <p:tgtEl>
                                          <p:spTgt spid="35"/>
                                        </p:tgtEl>
                                        <p:attrNameLst>
                                          <p:attrName>ppt_x</p:attrName>
                                        </p:attrNameLst>
                                      </p:cBhvr>
                                      <p:tavLst>
                                        <p:tav tm="0">
                                          <p:val>
                                            <p:strVal val="0-#ppt_w/2"/>
                                          </p:val>
                                        </p:tav>
                                        <p:tav tm="100000">
                                          <p:val>
                                            <p:strVal val="#ppt_x"/>
                                          </p:val>
                                        </p:tav>
                                      </p:tavLst>
                                    </p:anim>
                                    <p:anim calcmode="lin" valueType="num">
                                      <p:cBhvr additive="base">
                                        <p:cTn id="136" dur="3000" fill="hold"/>
                                        <p:tgtEl>
                                          <p:spTgt spid="35"/>
                                        </p:tgtEl>
                                        <p:attrNameLst>
                                          <p:attrName>ppt_y</p:attrName>
                                        </p:attrNameLst>
                                      </p:cBhvr>
                                      <p:tavLst>
                                        <p:tav tm="0">
                                          <p:val>
                                            <p:strVal val="#ppt_y"/>
                                          </p:val>
                                        </p:tav>
                                        <p:tav tm="100000">
                                          <p:val>
                                            <p:strVal val="#ppt_y"/>
                                          </p:val>
                                        </p:tav>
                                      </p:tavLst>
                                    </p:anim>
                                  </p:childTnLst>
                                </p:cTn>
                              </p:par>
                            </p:childTnLst>
                          </p:cTn>
                        </p:par>
                      </p:childTnLst>
                    </p:cTn>
                  </p:par>
                  <p:par>
                    <p:cTn id="137" fill="hold">
                      <p:stCondLst>
                        <p:cond delay="indefinite"/>
                      </p:stCondLst>
                      <p:childTnLst>
                        <p:par>
                          <p:cTn id="138" fill="hold">
                            <p:stCondLst>
                              <p:cond delay="0"/>
                            </p:stCondLst>
                            <p:childTnLst>
                              <p:par>
                                <p:cTn id="139" presetID="2" presetClass="entr" presetSubtype="4" fill="hold" grpId="0" nodeType="clickEffect">
                                  <p:stCondLst>
                                    <p:cond delay="0"/>
                                  </p:stCondLst>
                                  <p:childTnLst>
                                    <p:set>
                                      <p:cBhvr>
                                        <p:cTn id="140" dur="1" fill="hold">
                                          <p:stCondLst>
                                            <p:cond delay="0"/>
                                          </p:stCondLst>
                                        </p:cTn>
                                        <p:tgtEl>
                                          <p:spTgt spid="36"/>
                                        </p:tgtEl>
                                        <p:attrNameLst>
                                          <p:attrName>style.visibility</p:attrName>
                                        </p:attrNameLst>
                                      </p:cBhvr>
                                      <p:to>
                                        <p:strVal val="visible"/>
                                      </p:to>
                                    </p:set>
                                    <p:anim calcmode="lin" valueType="num">
                                      <p:cBhvr additive="base">
                                        <p:cTn id="141" dur="3000" fill="hold"/>
                                        <p:tgtEl>
                                          <p:spTgt spid="36"/>
                                        </p:tgtEl>
                                        <p:attrNameLst>
                                          <p:attrName>ppt_x</p:attrName>
                                        </p:attrNameLst>
                                      </p:cBhvr>
                                      <p:tavLst>
                                        <p:tav tm="0">
                                          <p:val>
                                            <p:strVal val="#ppt_x"/>
                                          </p:val>
                                        </p:tav>
                                        <p:tav tm="100000">
                                          <p:val>
                                            <p:strVal val="#ppt_x"/>
                                          </p:val>
                                        </p:tav>
                                      </p:tavLst>
                                    </p:anim>
                                    <p:anim calcmode="lin" valueType="num">
                                      <p:cBhvr additive="base">
                                        <p:cTn id="142" dur="3000" fill="hold"/>
                                        <p:tgtEl>
                                          <p:spTgt spid="36"/>
                                        </p:tgtEl>
                                        <p:attrNameLst>
                                          <p:attrName>ppt_y</p:attrName>
                                        </p:attrNameLst>
                                      </p:cBhvr>
                                      <p:tavLst>
                                        <p:tav tm="0">
                                          <p:val>
                                            <p:strVal val="1+#ppt_h/2"/>
                                          </p:val>
                                        </p:tav>
                                        <p:tav tm="100000">
                                          <p:val>
                                            <p:strVal val="#ppt_y"/>
                                          </p:val>
                                        </p:tav>
                                      </p:tavLst>
                                    </p:anim>
                                  </p:childTnLst>
                                </p:cTn>
                              </p:par>
                              <p:par>
                                <p:cTn id="143" presetID="2" presetClass="entr" presetSubtype="4" fill="hold" grpId="0" nodeType="withEffect">
                                  <p:stCondLst>
                                    <p:cond delay="0"/>
                                  </p:stCondLst>
                                  <p:childTnLst>
                                    <p:set>
                                      <p:cBhvr>
                                        <p:cTn id="144" dur="1" fill="hold">
                                          <p:stCondLst>
                                            <p:cond delay="0"/>
                                          </p:stCondLst>
                                        </p:cTn>
                                        <p:tgtEl>
                                          <p:spTgt spid="37"/>
                                        </p:tgtEl>
                                        <p:attrNameLst>
                                          <p:attrName>style.visibility</p:attrName>
                                        </p:attrNameLst>
                                      </p:cBhvr>
                                      <p:to>
                                        <p:strVal val="visible"/>
                                      </p:to>
                                    </p:set>
                                    <p:anim calcmode="lin" valueType="num">
                                      <p:cBhvr additive="base">
                                        <p:cTn id="145" dur="3000" fill="hold"/>
                                        <p:tgtEl>
                                          <p:spTgt spid="37"/>
                                        </p:tgtEl>
                                        <p:attrNameLst>
                                          <p:attrName>ppt_x</p:attrName>
                                        </p:attrNameLst>
                                      </p:cBhvr>
                                      <p:tavLst>
                                        <p:tav tm="0">
                                          <p:val>
                                            <p:strVal val="#ppt_x"/>
                                          </p:val>
                                        </p:tav>
                                        <p:tav tm="100000">
                                          <p:val>
                                            <p:strVal val="#ppt_x"/>
                                          </p:val>
                                        </p:tav>
                                      </p:tavLst>
                                    </p:anim>
                                    <p:anim calcmode="lin" valueType="num">
                                      <p:cBhvr additive="base">
                                        <p:cTn id="146" dur="3000" fill="hold"/>
                                        <p:tgtEl>
                                          <p:spTgt spid="37"/>
                                        </p:tgtEl>
                                        <p:attrNameLst>
                                          <p:attrName>ppt_y</p:attrName>
                                        </p:attrNameLst>
                                      </p:cBhvr>
                                      <p:tavLst>
                                        <p:tav tm="0">
                                          <p:val>
                                            <p:strVal val="1+#ppt_h/2"/>
                                          </p:val>
                                        </p:tav>
                                        <p:tav tm="100000">
                                          <p:val>
                                            <p:strVal val="#ppt_y"/>
                                          </p:val>
                                        </p:tav>
                                      </p:tavLst>
                                    </p:anim>
                                  </p:childTnLst>
                                </p:cTn>
                              </p:par>
                              <p:par>
                                <p:cTn id="147" presetID="2" presetClass="entr" presetSubtype="4" fill="hold" grpId="0" nodeType="withEffect">
                                  <p:stCondLst>
                                    <p:cond delay="0"/>
                                  </p:stCondLst>
                                  <p:childTnLst>
                                    <p:set>
                                      <p:cBhvr>
                                        <p:cTn id="148" dur="1" fill="hold">
                                          <p:stCondLst>
                                            <p:cond delay="0"/>
                                          </p:stCondLst>
                                        </p:cTn>
                                        <p:tgtEl>
                                          <p:spTgt spid="38"/>
                                        </p:tgtEl>
                                        <p:attrNameLst>
                                          <p:attrName>style.visibility</p:attrName>
                                        </p:attrNameLst>
                                      </p:cBhvr>
                                      <p:to>
                                        <p:strVal val="visible"/>
                                      </p:to>
                                    </p:set>
                                    <p:anim calcmode="lin" valueType="num">
                                      <p:cBhvr additive="base">
                                        <p:cTn id="149" dur="3000" fill="hold"/>
                                        <p:tgtEl>
                                          <p:spTgt spid="38"/>
                                        </p:tgtEl>
                                        <p:attrNameLst>
                                          <p:attrName>ppt_x</p:attrName>
                                        </p:attrNameLst>
                                      </p:cBhvr>
                                      <p:tavLst>
                                        <p:tav tm="0">
                                          <p:val>
                                            <p:strVal val="#ppt_x"/>
                                          </p:val>
                                        </p:tav>
                                        <p:tav tm="100000">
                                          <p:val>
                                            <p:strVal val="#ppt_x"/>
                                          </p:val>
                                        </p:tav>
                                      </p:tavLst>
                                    </p:anim>
                                    <p:anim calcmode="lin" valueType="num">
                                      <p:cBhvr additive="base">
                                        <p:cTn id="150" dur="3000" fill="hold"/>
                                        <p:tgtEl>
                                          <p:spTgt spid="38"/>
                                        </p:tgtEl>
                                        <p:attrNameLst>
                                          <p:attrName>ppt_y</p:attrName>
                                        </p:attrNameLst>
                                      </p:cBhvr>
                                      <p:tavLst>
                                        <p:tav tm="0">
                                          <p:val>
                                            <p:strVal val="1+#ppt_h/2"/>
                                          </p:val>
                                        </p:tav>
                                        <p:tav tm="100000">
                                          <p:val>
                                            <p:strVal val="#ppt_y"/>
                                          </p:val>
                                        </p:tav>
                                      </p:tavLst>
                                    </p:anim>
                                  </p:childTnLst>
                                </p:cTn>
                              </p:par>
                            </p:childTnLst>
                          </p:cTn>
                        </p:par>
                      </p:childTnLst>
                    </p:cTn>
                  </p:par>
                  <p:par>
                    <p:cTn id="151" fill="hold">
                      <p:stCondLst>
                        <p:cond delay="indefinite"/>
                      </p:stCondLst>
                      <p:childTnLst>
                        <p:par>
                          <p:cTn id="152" fill="hold">
                            <p:stCondLst>
                              <p:cond delay="0"/>
                            </p:stCondLst>
                            <p:childTnLst>
                              <p:par>
                                <p:cTn id="153" presetID="2" presetClass="entr" presetSubtype="8" fill="hold" grpId="0" nodeType="clickEffect">
                                  <p:stCondLst>
                                    <p:cond delay="0"/>
                                  </p:stCondLst>
                                  <p:childTnLst>
                                    <p:set>
                                      <p:cBhvr>
                                        <p:cTn id="154" dur="1" fill="hold">
                                          <p:stCondLst>
                                            <p:cond delay="0"/>
                                          </p:stCondLst>
                                        </p:cTn>
                                        <p:tgtEl>
                                          <p:spTgt spid="45"/>
                                        </p:tgtEl>
                                        <p:attrNameLst>
                                          <p:attrName>style.visibility</p:attrName>
                                        </p:attrNameLst>
                                      </p:cBhvr>
                                      <p:to>
                                        <p:strVal val="visible"/>
                                      </p:to>
                                    </p:set>
                                    <p:anim calcmode="lin" valueType="num">
                                      <p:cBhvr additive="base">
                                        <p:cTn id="155" dur="3000" fill="hold"/>
                                        <p:tgtEl>
                                          <p:spTgt spid="45"/>
                                        </p:tgtEl>
                                        <p:attrNameLst>
                                          <p:attrName>ppt_x</p:attrName>
                                        </p:attrNameLst>
                                      </p:cBhvr>
                                      <p:tavLst>
                                        <p:tav tm="0">
                                          <p:val>
                                            <p:strVal val="0-#ppt_w/2"/>
                                          </p:val>
                                        </p:tav>
                                        <p:tav tm="100000">
                                          <p:val>
                                            <p:strVal val="#ppt_x"/>
                                          </p:val>
                                        </p:tav>
                                      </p:tavLst>
                                    </p:anim>
                                    <p:anim calcmode="lin" valueType="num">
                                      <p:cBhvr additive="base">
                                        <p:cTn id="156" dur="3000" fill="hold"/>
                                        <p:tgtEl>
                                          <p:spTgt spid="45"/>
                                        </p:tgtEl>
                                        <p:attrNameLst>
                                          <p:attrName>ppt_y</p:attrName>
                                        </p:attrNameLst>
                                      </p:cBhvr>
                                      <p:tavLst>
                                        <p:tav tm="0">
                                          <p:val>
                                            <p:strVal val="#ppt_y"/>
                                          </p:val>
                                        </p:tav>
                                        <p:tav tm="100000">
                                          <p:val>
                                            <p:strVal val="#ppt_y"/>
                                          </p:val>
                                        </p:tav>
                                      </p:tavLst>
                                    </p:anim>
                                  </p:childTnLst>
                                </p:cTn>
                              </p:par>
                            </p:childTnLst>
                          </p:cTn>
                        </p:par>
                      </p:childTnLst>
                    </p:cTn>
                  </p:par>
                  <p:par>
                    <p:cTn id="157" fill="hold">
                      <p:stCondLst>
                        <p:cond delay="indefinite"/>
                      </p:stCondLst>
                      <p:childTnLst>
                        <p:par>
                          <p:cTn id="158" fill="hold">
                            <p:stCondLst>
                              <p:cond delay="0"/>
                            </p:stCondLst>
                            <p:childTnLst>
                              <p:par>
                                <p:cTn id="159" presetID="2" presetClass="entr" presetSubtype="8" fill="hold" grpId="0" nodeType="clickEffect">
                                  <p:stCondLst>
                                    <p:cond delay="0"/>
                                  </p:stCondLst>
                                  <p:childTnLst>
                                    <p:set>
                                      <p:cBhvr>
                                        <p:cTn id="160" dur="1" fill="hold">
                                          <p:stCondLst>
                                            <p:cond delay="0"/>
                                          </p:stCondLst>
                                        </p:cTn>
                                        <p:tgtEl>
                                          <p:spTgt spid="46"/>
                                        </p:tgtEl>
                                        <p:attrNameLst>
                                          <p:attrName>style.visibility</p:attrName>
                                        </p:attrNameLst>
                                      </p:cBhvr>
                                      <p:to>
                                        <p:strVal val="visible"/>
                                      </p:to>
                                    </p:set>
                                    <p:anim calcmode="lin" valueType="num">
                                      <p:cBhvr additive="base">
                                        <p:cTn id="161" dur="3000" fill="hold"/>
                                        <p:tgtEl>
                                          <p:spTgt spid="46"/>
                                        </p:tgtEl>
                                        <p:attrNameLst>
                                          <p:attrName>ppt_x</p:attrName>
                                        </p:attrNameLst>
                                      </p:cBhvr>
                                      <p:tavLst>
                                        <p:tav tm="0">
                                          <p:val>
                                            <p:strVal val="0-#ppt_w/2"/>
                                          </p:val>
                                        </p:tav>
                                        <p:tav tm="100000">
                                          <p:val>
                                            <p:strVal val="#ppt_x"/>
                                          </p:val>
                                        </p:tav>
                                      </p:tavLst>
                                    </p:anim>
                                    <p:anim calcmode="lin" valueType="num">
                                      <p:cBhvr additive="base">
                                        <p:cTn id="162" dur="3000" fill="hold"/>
                                        <p:tgtEl>
                                          <p:spTgt spid="46"/>
                                        </p:tgtEl>
                                        <p:attrNameLst>
                                          <p:attrName>ppt_y</p:attrName>
                                        </p:attrNameLst>
                                      </p:cBhvr>
                                      <p:tavLst>
                                        <p:tav tm="0">
                                          <p:val>
                                            <p:strVal val="#ppt_y"/>
                                          </p:val>
                                        </p:tav>
                                        <p:tav tm="100000">
                                          <p:val>
                                            <p:strVal val="#ppt_y"/>
                                          </p:val>
                                        </p:tav>
                                      </p:tavLst>
                                    </p:anim>
                                  </p:childTnLst>
                                </p:cTn>
                              </p:par>
                            </p:childTnLst>
                          </p:cTn>
                        </p:par>
                      </p:childTnLst>
                    </p:cTn>
                  </p:par>
                  <p:par>
                    <p:cTn id="163" fill="hold">
                      <p:stCondLst>
                        <p:cond delay="indefinite"/>
                      </p:stCondLst>
                      <p:childTnLst>
                        <p:par>
                          <p:cTn id="164" fill="hold">
                            <p:stCondLst>
                              <p:cond delay="0"/>
                            </p:stCondLst>
                            <p:childTnLst>
                              <p:par>
                                <p:cTn id="165" presetID="2" presetClass="entr" presetSubtype="4" fill="hold" grpId="0" nodeType="clickEffect">
                                  <p:stCondLst>
                                    <p:cond delay="0"/>
                                  </p:stCondLst>
                                  <p:childTnLst>
                                    <p:set>
                                      <p:cBhvr>
                                        <p:cTn id="166" dur="1" fill="hold">
                                          <p:stCondLst>
                                            <p:cond delay="0"/>
                                          </p:stCondLst>
                                        </p:cTn>
                                        <p:tgtEl>
                                          <p:spTgt spid="39"/>
                                        </p:tgtEl>
                                        <p:attrNameLst>
                                          <p:attrName>style.visibility</p:attrName>
                                        </p:attrNameLst>
                                      </p:cBhvr>
                                      <p:to>
                                        <p:strVal val="visible"/>
                                      </p:to>
                                    </p:set>
                                    <p:anim calcmode="lin" valueType="num">
                                      <p:cBhvr additive="base">
                                        <p:cTn id="167" dur="3000" fill="hold"/>
                                        <p:tgtEl>
                                          <p:spTgt spid="39"/>
                                        </p:tgtEl>
                                        <p:attrNameLst>
                                          <p:attrName>ppt_x</p:attrName>
                                        </p:attrNameLst>
                                      </p:cBhvr>
                                      <p:tavLst>
                                        <p:tav tm="0">
                                          <p:val>
                                            <p:strVal val="#ppt_x"/>
                                          </p:val>
                                        </p:tav>
                                        <p:tav tm="100000">
                                          <p:val>
                                            <p:strVal val="#ppt_x"/>
                                          </p:val>
                                        </p:tav>
                                      </p:tavLst>
                                    </p:anim>
                                    <p:anim calcmode="lin" valueType="num">
                                      <p:cBhvr additive="base">
                                        <p:cTn id="168" dur="3000" fill="hold"/>
                                        <p:tgtEl>
                                          <p:spTgt spid="39"/>
                                        </p:tgtEl>
                                        <p:attrNameLst>
                                          <p:attrName>ppt_y</p:attrName>
                                        </p:attrNameLst>
                                      </p:cBhvr>
                                      <p:tavLst>
                                        <p:tav tm="0">
                                          <p:val>
                                            <p:strVal val="1+#ppt_h/2"/>
                                          </p:val>
                                        </p:tav>
                                        <p:tav tm="100000">
                                          <p:val>
                                            <p:strVal val="#ppt_y"/>
                                          </p:val>
                                        </p:tav>
                                      </p:tavLst>
                                    </p:anim>
                                  </p:childTnLst>
                                </p:cTn>
                              </p:par>
                            </p:childTnLst>
                          </p:cTn>
                        </p:par>
                      </p:childTnLst>
                    </p:cTn>
                  </p:par>
                  <p:par>
                    <p:cTn id="169" fill="hold">
                      <p:stCondLst>
                        <p:cond delay="indefinite"/>
                      </p:stCondLst>
                      <p:childTnLst>
                        <p:par>
                          <p:cTn id="170" fill="hold">
                            <p:stCondLst>
                              <p:cond delay="0"/>
                            </p:stCondLst>
                            <p:childTnLst>
                              <p:par>
                                <p:cTn id="171" presetID="22" presetClass="entr" presetSubtype="8" fill="hold" nodeType="clickEffect">
                                  <p:stCondLst>
                                    <p:cond delay="0"/>
                                  </p:stCondLst>
                                  <p:childTnLst>
                                    <p:set>
                                      <p:cBhvr>
                                        <p:cTn id="172" dur="1" fill="hold">
                                          <p:stCondLst>
                                            <p:cond delay="0"/>
                                          </p:stCondLst>
                                        </p:cTn>
                                        <p:tgtEl>
                                          <p:spTgt spid="40"/>
                                        </p:tgtEl>
                                        <p:attrNameLst>
                                          <p:attrName>style.visibility</p:attrName>
                                        </p:attrNameLst>
                                      </p:cBhvr>
                                      <p:to>
                                        <p:strVal val="visible"/>
                                      </p:to>
                                    </p:set>
                                    <p:animEffect transition="in" filter="wipe(left)">
                                      <p:cBhvr>
                                        <p:cTn id="173" dur="5000"/>
                                        <p:tgtEl>
                                          <p:spTgt spid="40"/>
                                        </p:tgtEl>
                                      </p:cBhvr>
                                    </p:animEffect>
                                  </p:childTnLst>
                                </p:cTn>
                              </p:par>
                              <p:par>
                                <p:cTn id="174" presetID="22" presetClass="entr" presetSubtype="8" fill="hold" nodeType="withEffect">
                                  <p:stCondLst>
                                    <p:cond delay="0"/>
                                  </p:stCondLst>
                                  <p:childTnLst>
                                    <p:set>
                                      <p:cBhvr>
                                        <p:cTn id="175" dur="1" fill="hold">
                                          <p:stCondLst>
                                            <p:cond delay="0"/>
                                          </p:stCondLst>
                                        </p:cTn>
                                        <p:tgtEl>
                                          <p:spTgt spid="41"/>
                                        </p:tgtEl>
                                        <p:attrNameLst>
                                          <p:attrName>style.visibility</p:attrName>
                                        </p:attrNameLst>
                                      </p:cBhvr>
                                      <p:to>
                                        <p:strVal val="visible"/>
                                      </p:to>
                                    </p:set>
                                    <p:animEffect transition="in" filter="wipe(left)">
                                      <p:cBhvr>
                                        <p:cTn id="176" dur="50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15" grpId="0"/>
      <p:bldP spid="16" grpId="0"/>
      <p:bldP spid="17" grpId="0"/>
      <p:bldP spid="18" grpId="0"/>
      <p:bldP spid="19" grpId="0"/>
      <p:bldP spid="20" grpId="0"/>
      <p:bldP spid="21" grpId="0"/>
      <p:bldP spid="23" grpId="0"/>
      <p:bldP spid="24" grpId="0"/>
      <p:bldP spid="24" grpId="1"/>
      <p:bldP spid="25" grpId="0"/>
      <p:bldP spid="25" grpId="1"/>
      <p:bldP spid="26" grpId="0"/>
      <p:bldP spid="27" grpId="0"/>
      <p:bldP spid="28" grpId="0"/>
      <p:bldP spid="29" grpId="0"/>
      <p:bldP spid="30" grpId="0"/>
      <p:bldP spid="31" grpId="0"/>
      <p:bldP spid="32" grpId="0"/>
      <p:bldP spid="33" grpId="0"/>
      <p:bldP spid="34" grpId="0"/>
      <p:bldP spid="35" grpId="0"/>
      <p:bldP spid="36" grpId="0"/>
      <p:bldP spid="37" grpId="0"/>
      <p:bldP spid="38" grpId="0"/>
      <p:bldP spid="39" grpId="0"/>
      <p:bldP spid="42" grpId="0"/>
      <p:bldP spid="44" grpId="0"/>
      <p:bldP spid="45" grpId="0"/>
      <p:bldP spid="46"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hlinkHover r:id="rId3" action="ppaction://hlinksldjump"/>
          </p:cNvPr>
          <p:cNvSpPr/>
          <p:nvPr/>
        </p:nvSpPr>
        <p:spPr>
          <a:xfrm>
            <a:off x="0" y="0"/>
            <a:ext cx="8153400"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ounded Rectangle 11">
            <a:hlinkHover r:id="rId3" action="ppaction://hlinksldjump"/>
          </p:cNvPr>
          <p:cNvSpPr/>
          <p:nvPr/>
        </p:nvSpPr>
        <p:spPr>
          <a:xfrm>
            <a:off x="914400" y="152400"/>
            <a:ext cx="6400800" cy="990600"/>
          </a:xfrm>
          <a:prstGeom prst="round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5" name="Object 4"/>
          <p:cNvGraphicFramePr>
            <a:graphicFrameLocks noChangeAspect="1"/>
          </p:cNvGraphicFramePr>
          <p:nvPr/>
        </p:nvGraphicFramePr>
        <p:xfrm>
          <a:off x="880533" y="304800"/>
          <a:ext cx="6434667" cy="609600"/>
        </p:xfrm>
        <a:graphic>
          <a:graphicData uri="http://schemas.openxmlformats.org/presentationml/2006/ole">
            <p:oleObj spid="_x0000_s1026" name="Equation" r:id="rId4" imgW="2412720" imgH="228600" progId="Equation.3">
              <p:embed/>
            </p:oleObj>
          </a:graphicData>
        </a:graphic>
      </p:graphicFrame>
      <p:graphicFrame>
        <p:nvGraphicFramePr>
          <p:cNvPr id="7" name="Table 6"/>
          <p:cNvGraphicFramePr>
            <a:graphicFrameLocks noGrp="1"/>
          </p:cNvGraphicFramePr>
          <p:nvPr/>
        </p:nvGraphicFramePr>
        <p:xfrm>
          <a:off x="1066800" y="1295400"/>
          <a:ext cx="6096000" cy="1854200"/>
        </p:xfrm>
        <a:graphic>
          <a:graphicData uri="http://schemas.openxmlformats.org/drawingml/2006/table">
            <a:tbl>
              <a:tblPr firstRow="1" bandRow="1">
                <a:tableStyleId>{5C22544A-7EE6-4342-B048-85BDC9FD1C3A}</a:tableStyleId>
              </a:tblPr>
              <a:tblGrid>
                <a:gridCol w="2032000"/>
                <a:gridCol w="2032000"/>
                <a:gridCol w="2032000"/>
              </a:tblGrid>
              <a:tr h="370840">
                <a:tc>
                  <a:txBody>
                    <a:bodyPr/>
                    <a:lstStyle/>
                    <a:p>
                      <a:r>
                        <a:rPr lang="en-IN" dirty="0" smtClean="0"/>
                        <a:t>Compounds</a:t>
                      </a:r>
                      <a:endParaRPr lang="en-US" dirty="0"/>
                    </a:p>
                  </a:txBody>
                  <a:tcPr/>
                </a:tc>
                <a:tc>
                  <a:txBody>
                    <a:bodyPr/>
                    <a:lstStyle/>
                    <a:p>
                      <a:r>
                        <a:rPr lang="en-IN" dirty="0" smtClean="0"/>
                        <a:t>Left Side</a:t>
                      </a:r>
                      <a:endParaRPr lang="en-US" dirty="0"/>
                    </a:p>
                  </a:txBody>
                  <a:tcPr/>
                </a:tc>
                <a:tc>
                  <a:txBody>
                    <a:bodyPr/>
                    <a:lstStyle/>
                    <a:p>
                      <a:r>
                        <a:rPr lang="en-IN" dirty="0" smtClean="0"/>
                        <a:t>Right Side</a:t>
                      </a:r>
                      <a:endParaRPr lang="en-US" dirty="0"/>
                    </a:p>
                  </a:txBody>
                  <a:tcPr/>
                </a:tc>
              </a:tr>
              <a:tr h="370840">
                <a:tc>
                  <a:txBody>
                    <a:bodyPr/>
                    <a:lstStyle/>
                    <a:p>
                      <a:r>
                        <a:rPr lang="en-IN" dirty="0" smtClean="0"/>
                        <a:t>Ca</a:t>
                      </a:r>
                      <a:endParaRPr lang="en-US" dirty="0"/>
                    </a:p>
                  </a:txBody>
                  <a:tcPr/>
                </a:tc>
                <a:tc>
                  <a:txBody>
                    <a:bodyPr/>
                    <a:lstStyle/>
                    <a:p>
                      <a:r>
                        <a:rPr lang="en-IN" dirty="0" smtClean="0"/>
                        <a:t>1</a:t>
                      </a:r>
                      <a:endParaRPr lang="en-US" dirty="0"/>
                    </a:p>
                  </a:txBody>
                  <a:tcPr/>
                </a:tc>
                <a:tc>
                  <a:txBody>
                    <a:bodyPr/>
                    <a:lstStyle/>
                    <a:p>
                      <a:r>
                        <a:rPr lang="en-IN" dirty="0" smtClean="0"/>
                        <a:t>1</a:t>
                      </a:r>
                      <a:endParaRPr lang="en-US" dirty="0"/>
                    </a:p>
                  </a:txBody>
                  <a:tcPr/>
                </a:tc>
              </a:tr>
              <a:tr h="370840">
                <a:tc>
                  <a:txBody>
                    <a:bodyPr/>
                    <a:lstStyle/>
                    <a:p>
                      <a:r>
                        <a:rPr lang="en-IN" dirty="0" smtClean="0"/>
                        <a:t>N</a:t>
                      </a:r>
                      <a:endParaRPr lang="en-US" dirty="0"/>
                    </a:p>
                  </a:txBody>
                  <a:tcPr/>
                </a:tc>
                <a:tc>
                  <a:txBody>
                    <a:bodyPr/>
                    <a:lstStyle/>
                    <a:p>
                      <a:r>
                        <a:rPr lang="en-IN" dirty="0" smtClean="0"/>
                        <a:t>1</a:t>
                      </a:r>
                      <a:endParaRPr lang="en-US" dirty="0"/>
                    </a:p>
                  </a:txBody>
                  <a:tcPr/>
                </a:tc>
                <a:tc>
                  <a:txBody>
                    <a:bodyPr/>
                    <a:lstStyle/>
                    <a:p>
                      <a:r>
                        <a:rPr lang="en-IN" dirty="0" smtClean="0"/>
                        <a:t>2</a:t>
                      </a:r>
                      <a:endParaRPr lang="en-US" dirty="0"/>
                    </a:p>
                  </a:txBody>
                  <a:tcPr/>
                </a:tc>
              </a:tr>
              <a:tr h="370840">
                <a:tc>
                  <a:txBody>
                    <a:bodyPr/>
                    <a:lstStyle/>
                    <a:p>
                      <a:r>
                        <a:rPr lang="en-IN" dirty="0" smtClean="0"/>
                        <a:t>O</a:t>
                      </a:r>
                      <a:endParaRPr lang="en-US" dirty="0"/>
                    </a:p>
                  </a:txBody>
                  <a:tcPr/>
                </a:tc>
                <a:tc>
                  <a:txBody>
                    <a:bodyPr/>
                    <a:lstStyle/>
                    <a:p>
                      <a:r>
                        <a:rPr lang="en-IN" dirty="0" smtClean="0"/>
                        <a:t>3+2=5</a:t>
                      </a:r>
                      <a:endParaRPr lang="en-US" dirty="0"/>
                    </a:p>
                  </a:txBody>
                  <a:tcPr/>
                </a:tc>
                <a:tc>
                  <a:txBody>
                    <a:bodyPr/>
                    <a:lstStyle/>
                    <a:p>
                      <a:r>
                        <a:rPr lang="en-IN" dirty="0" smtClean="0"/>
                        <a:t>3x2+1=7</a:t>
                      </a:r>
                      <a:endParaRPr lang="en-US" dirty="0"/>
                    </a:p>
                  </a:txBody>
                  <a:tcPr/>
                </a:tc>
              </a:tr>
              <a:tr h="370840">
                <a:tc>
                  <a:txBody>
                    <a:bodyPr/>
                    <a:lstStyle/>
                    <a:p>
                      <a:r>
                        <a:rPr lang="en-IN" dirty="0" smtClean="0"/>
                        <a:t>H</a:t>
                      </a:r>
                      <a:endParaRPr lang="en-US" dirty="0"/>
                    </a:p>
                  </a:txBody>
                  <a:tcPr/>
                </a:tc>
                <a:tc>
                  <a:txBody>
                    <a:bodyPr/>
                    <a:lstStyle/>
                    <a:p>
                      <a:r>
                        <a:rPr lang="en-IN" dirty="0" smtClean="0"/>
                        <a:t>1 + 2=3</a:t>
                      </a:r>
                      <a:endParaRPr lang="en-US" dirty="0"/>
                    </a:p>
                  </a:txBody>
                  <a:tcPr/>
                </a:tc>
                <a:tc>
                  <a:txBody>
                    <a:bodyPr/>
                    <a:lstStyle/>
                    <a:p>
                      <a:r>
                        <a:rPr lang="en-IN" dirty="0" smtClean="0"/>
                        <a:t>2</a:t>
                      </a:r>
                      <a:endParaRPr lang="en-US" dirty="0"/>
                    </a:p>
                  </a:txBody>
                  <a:tcPr/>
                </a:tc>
              </a:tr>
            </a:tbl>
          </a:graphicData>
        </a:graphic>
      </p:graphicFrame>
      <p:graphicFrame>
        <p:nvGraphicFramePr>
          <p:cNvPr id="8" name="Table 7"/>
          <p:cNvGraphicFramePr>
            <a:graphicFrameLocks noGrp="1"/>
          </p:cNvGraphicFramePr>
          <p:nvPr/>
        </p:nvGraphicFramePr>
        <p:xfrm>
          <a:off x="1066800" y="3276600"/>
          <a:ext cx="6096000" cy="2123440"/>
        </p:xfrm>
        <a:graphic>
          <a:graphicData uri="http://schemas.openxmlformats.org/drawingml/2006/table">
            <a:tbl>
              <a:tblPr firstRow="1" bandRow="1">
                <a:tableStyleId>{5C22544A-7EE6-4342-B048-85BDC9FD1C3A}</a:tableStyleId>
              </a:tblPr>
              <a:tblGrid>
                <a:gridCol w="2032000"/>
                <a:gridCol w="2032000"/>
                <a:gridCol w="2032000"/>
              </a:tblGrid>
              <a:tr h="370840">
                <a:tc>
                  <a:txBody>
                    <a:bodyPr/>
                    <a:lstStyle/>
                    <a:p>
                      <a:r>
                        <a:rPr lang="en-IN" dirty="0" smtClean="0"/>
                        <a:t>Compounds</a:t>
                      </a:r>
                      <a:endParaRPr lang="en-US" dirty="0"/>
                    </a:p>
                  </a:txBody>
                  <a:tcPr/>
                </a:tc>
                <a:tc>
                  <a:txBody>
                    <a:bodyPr/>
                    <a:lstStyle/>
                    <a:p>
                      <a:r>
                        <a:rPr lang="en-IN" dirty="0" smtClean="0"/>
                        <a:t>Left Side Add/Del</a:t>
                      </a:r>
                      <a:endParaRPr lang="en-US" dirty="0"/>
                    </a:p>
                  </a:txBody>
                  <a:tcPr/>
                </a:tc>
                <a:tc>
                  <a:txBody>
                    <a:bodyPr/>
                    <a:lstStyle/>
                    <a:p>
                      <a:r>
                        <a:rPr lang="en-IN" dirty="0" smtClean="0"/>
                        <a:t>Right Side Add/Del</a:t>
                      </a:r>
                      <a:endParaRPr lang="en-US" dirty="0"/>
                    </a:p>
                  </a:txBody>
                  <a:tcPr/>
                </a:tc>
              </a:tr>
              <a:tr h="370840">
                <a:tc>
                  <a:txBody>
                    <a:bodyPr/>
                    <a:lstStyle/>
                    <a:p>
                      <a:r>
                        <a:rPr lang="en-IN" dirty="0" smtClean="0"/>
                        <a:t>Ca</a:t>
                      </a:r>
                      <a:endParaRPr lang="en-US" dirty="0"/>
                    </a:p>
                  </a:txBody>
                  <a:tcPr/>
                </a:tc>
                <a:tc>
                  <a:txBody>
                    <a:bodyPr/>
                    <a:lstStyle/>
                    <a:p>
                      <a:r>
                        <a:rPr lang="en-IN" dirty="0" smtClean="0"/>
                        <a:t>1</a:t>
                      </a:r>
                      <a:endParaRPr lang="en-US" dirty="0"/>
                    </a:p>
                  </a:txBody>
                  <a:tcPr/>
                </a:tc>
                <a:tc>
                  <a:txBody>
                    <a:bodyPr/>
                    <a:lstStyle/>
                    <a:p>
                      <a:r>
                        <a:rPr lang="en-IN" dirty="0" smtClean="0"/>
                        <a:t>1</a:t>
                      </a:r>
                      <a:endParaRPr lang="en-US" dirty="0"/>
                    </a:p>
                  </a:txBody>
                  <a:tcPr/>
                </a:tc>
              </a:tr>
              <a:tr h="370840">
                <a:tc>
                  <a:txBody>
                    <a:bodyPr/>
                    <a:lstStyle/>
                    <a:p>
                      <a:r>
                        <a:rPr lang="en-IN" dirty="0" smtClean="0"/>
                        <a:t>N</a:t>
                      </a:r>
                      <a:endParaRPr lang="en-US" dirty="0"/>
                    </a:p>
                  </a:txBody>
                  <a:tcPr/>
                </a:tc>
                <a:tc>
                  <a:txBody>
                    <a:bodyPr/>
                    <a:lstStyle/>
                    <a:p>
                      <a:r>
                        <a:rPr lang="en-IN" dirty="0" smtClean="0"/>
                        <a:t>1 x2 =2</a:t>
                      </a:r>
                      <a:endParaRPr lang="en-US" dirty="0"/>
                    </a:p>
                  </a:txBody>
                  <a:tcPr/>
                </a:tc>
                <a:tc>
                  <a:txBody>
                    <a:bodyPr/>
                    <a:lstStyle/>
                    <a:p>
                      <a:r>
                        <a:rPr lang="en-IN" dirty="0" smtClean="0"/>
                        <a:t>2</a:t>
                      </a:r>
                      <a:endParaRPr lang="en-US" dirty="0"/>
                    </a:p>
                  </a:txBody>
                  <a:tcPr/>
                </a:tc>
              </a:tr>
              <a:tr h="370840">
                <a:tc>
                  <a:txBody>
                    <a:bodyPr/>
                    <a:lstStyle/>
                    <a:p>
                      <a:r>
                        <a:rPr lang="en-IN" dirty="0" smtClean="0"/>
                        <a:t>O</a:t>
                      </a:r>
                      <a:endParaRPr lang="en-US" dirty="0"/>
                    </a:p>
                  </a:txBody>
                  <a:tcPr/>
                </a:tc>
                <a:tc>
                  <a:txBody>
                    <a:bodyPr/>
                    <a:lstStyle/>
                    <a:p>
                      <a:r>
                        <a:rPr lang="en-IN" dirty="0" smtClean="0"/>
                        <a:t>3x2+2=8</a:t>
                      </a:r>
                      <a:endParaRPr lang="en-US" dirty="0"/>
                    </a:p>
                  </a:txBody>
                  <a:tcPr/>
                </a:tc>
                <a:tc>
                  <a:txBody>
                    <a:bodyPr/>
                    <a:lstStyle/>
                    <a:p>
                      <a:r>
                        <a:rPr lang="en-IN" dirty="0" smtClean="0"/>
                        <a:t>3x2+1x2=8</a:t>
                      </a:r>
                      <a:endParaRPr lang="en-US" dirty="0"/>
                    </a:p>
                  </a:txBody>
                  <a:tcPr/>
                </a:tc>
              </a:tr>
              <a:tr h="370840">
                <a:tc>
                  <a:txBody>
                    <a:bodyPr/>
                    <a:lstStyle/>
                    <a:p>
                      <a:r>
                        <a:rPr lang="en-IN" dirty="0" smtClean="0"/>
                        <a:t>H</a:t>
                      </a:r>
                      <a:endParaRPr lang="en-US" dirty="0"/>
                    </a:p>
                  </a:txBody>
                  <a:tcPr/>
                </a:tc>
                <a:tc>
                  <a:txBody>
                    <a:bodyPr/>
                    <a:lstStyle/>
                    <a:p>
                      <a:r>
                        <a:rPr lang="en-IN" dirty="0" smtClean="0"/>
                        <a:t>1 + 2=3+1=4</a:t>
                      </a:r>
                      <a:endParaRPr lang="en-US" dirty="0"/>
                    </a:p>
                  </a:txBody>
                  <a:tcPr/>
                </a:tc>
                <a:tc>
                  <a:txBody>
                    <a:bodyPr/>
                    <a:lstStyle/>
                    <a:p>
                      <a:r>
                        <a:rPr lang="en-IN" dirty="0" smtClean="0"/>
                        <a:t>2x2=4</a:t>
                      </a:r>
                      <a:endParaRPr lang="en-US" dirty="0"/>
                    </a:p>
                  </a:txBody>
                  <a:tcPr/>
                </a:tc>
              </a:tr>
            </a:tbl>
          </a:graphicData>
        </a:graphic>
      </p:graphicFrame>
      <p:sp>
        <p:nvSpPr>
          <p:cNvPr id="9" name="Rounded Rectangle 8">
            <a:hlinkHover r:id="rId3" action="ppaction://hlinksldjump"/>
          </p:cNvPr>
          <p:cNvSpPr/>
          <p:nvPr/>
        </p:nvSpPr>
        <p:spPr>
          <a:xfrm>
            <a:off x="1066800" y="5486400"/>
            <a:ext cx="6400800" cy="990600"/>
          </a:xfrm>
          <a:prstGeom prst="round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10" name="Object 9"/>
          <p:cNvGraphicFramePr>
            <a:graphicFrameLocks noChangeAspect="1"/>
          </p:cNvGraphicFramePr>
          <p:nvPr/>
        </p:nvGraphicFramePr>
        <p:xfrm>
          <a:off x="814388" y="5715000"/>
          <a:ext cx="6873875" cy="609600"/>
        </p:xfrm>
        <a:graphic>
          <a:graphicData uri="http://schemas.openxmlformats.org/presentationml/2006/ole">
            <p:oleObj spid="_x0000_s1027" name="Equation" r:id="rId5" imgW="2577960" imgH="228600" progId="Equation.3">
              <p:embed/>
            </p:oleObj>
          </a:graphicData>
        </a:graphic>
      </p:graphicFrame>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2000" fill="hold"/>
                                        <p:tgtEl>
                                          <p:spTgt spid="9"/>
                                        </p:tgtEl>
                                        <p:attrNameLst>
                                          <p:attrName>ppt_x</p:attrName>
                                        </p:attrNameLst>
                                      </p:cBhvr>
                                      <p:tavLst>
                                        <p:tav tm="0">
                                          <p:val>
                                            <p:strVal val="#ppt_x"/>
                                          </p:val>
                                        </p:tav>
                                        <p:tav tm="100000">
                                          <p:val>
                                            <p:strVal val="#ppt_x"/>
                                          </p:val>
                                        </p:tav>
                                      </p:tavLst>
                                    </p:anim>
                                    <p:anim calcmode="lin" valueType="num">
                                      <p:cBhvr additive="base">
                                        <p:cTn id="8" dur="2000" fill="hold"/>
                                        <p:tgtEl>
                                          <p:spTgt spid="9"/>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2000" fill="hold"/>
                                        <p:tgtEl>
                                          <p:spTgt spid="10"/>
                                        </p:tgtEl>
                                        <p:attrNameLst>
                                          <p:attrName>ppt_x</p:attrName>
                                        </p:attrNameLst>
                                      </p:cBhvr>
                                      <p:tavLst>
                                        <p:tav tm="0">
                                          <p:val>
                                            <p:strVal val="#ppt_x"/>
                                          </p:val>
                                        </p:tav>
                                        <p:tav tm="100000">
                                          <p:val>
                                            <p:strVal val="#ppt_x"/>
                                          </p:val>
                                        </p:tav>
                                      </p:tavLst>
                                    </p:anim>
                                    <p:anim calcmode="lin" valueType="num">
                                      <p:cBhvr additive="base">
                                        <p:cTn id="12" dur="20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hlinkHover r:id="rId3" action="ppaction://hlinksldjump"/>
          </p:cNvPr>
          <p:cNvSpPr/>
          <p:nvPr/>
        </p:nvSpPr>
        <p:spPr>
          <a:xfrm>
            <a:off x="0" y="-228600"/>
            <a:ext cx="8153400"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endParaRPr lang="en-US" b="1">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sp>
        <p:nvSpPr>
          <p:cNvPr id="12" name="Rounded Rectangle 11">
            <a:hlinkHover r:id="rId3" action="ppaction://hlinksldjump"/>
          </p:cNvPr>
          <p:cNvSpPr/>
          <p:nvPr/>
        </p:nvSpPr>
        <p:spPr>
          <a:xfrm>
            <a:off x="762000" y="152400"/>
            <a:ext cx="6629400" cy="990600"/>
          </a:xfrm>
          <a:prstGeom prst="round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p:cNvSpPr/>
          <p:nvPr/>
        </p:nvSpPr>
        <p:spPr>
          <a:xfrm>
            <a:off x="3000048" y="4267200"/>
            <a:ext cx="657552" cy="923330"/>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IN" sz="5400" b="1"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H</a:t>
            </a:r>
            <a:endParaRPr lang="en-US" sz="540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sp>
        <p:nvSpPr>
          <p:cNvPr id="14" name="Rectangle 13"/>
          <p:cNvSpPr/>
          <p:nvPr/>
        </p:nvSpPr>
        <p:spPr>
          <a:xfrm>
            <a:off x="4724400" y="4258270"/>
            <a:ext cx="657552" cy="923330"/>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IN" sz="5400" b="1"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H</a:t>
            </a:r>
            <a:endParaRPr lang="en-US" sz="540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sp>
        <p:nvSpPr>
          <p:cNvPr id="15" name="Rectangle 14"/>
          <p:cNvSpPr/>
          <p:nvPr/>
        </p:nvSpPr>
        <p:spPr>
          <a:xfrm>
            <a:off x="5286048" y="4267200"/>
            <a:ext cx="657552" cy="923330"/>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IN" sz="5400" b="1"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H</a:t>
            </a:r>
            <a:endParaRPr lang="en-US" sz="540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sp>
        <p:nvSpPr>
          <p:cNvPr id="16" name="Rectangle 15"/>
          <p:cNvSpPr/>
          <p:nvPr/>
        </p:nvSpPr>
        <p:spPr>
          <a:xfrm>
            <a:off x="2604850" y="1371600"/>
            <a:ext cx="1015022" cy="923330"/>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sz="5400" b="1" cap="none" spc="0"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Na</a:t>
            </a:r>
            <a:endParaRPr lang="en-US" sz="54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sp>
        <p:nvSpPr>
          <p:cNvPr id="17" name="Rectangle 16"/>
          <p:cNvSpPr/>
          <p:nvPr/>
        </p:nvSpPr>
        <p:spPr>
          <a:xfrm>
            <a:off x="4648200" y="1371600"/>
            <a:ext cx="1015022" cy="923330"/>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sz="5400" b="1" cap="none" spc="0"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Na</a:t>
            </a:r>
            <a:endParaRPr lang="en-US" sz="54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sp>
        <p:nvSpPr>
          <p:cNvPr id="18" name="Rectangle 17"/>
          <p:cNvSpPr/>
          <p:nvPr/>
        </p:nvSpPr>
        <p:spPr>
          <a:xfrm>
            <a:off x="3011269" y="2133600"/>
            <a:ext cx="538929" cy="923330"/>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sz="5400" b="1" cap="none" spc="0"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S</a:t>
            </a:r>
            <a:endParaRPr lang="en-US" sz="54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sp>
        <p:nvSpPr>
          <p:cNvPr id="20" name="Rectangle 19"/>
          <p:cNvSpPr/>
          <p:nvPr/>
        </p:nvSpPr>
        <p:spPr>
          <a:xfrm>
            <a:off x="4763869" y="2133600"/>
            <a:ext cx="538929" cy="923330"/>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sz="5400" b="1" cap="none" spc="0"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S</a:t>
            </a:r>
            <a:endParaRPr lang="en-US" sz="54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sp>
        <p:nvSpPr>
          <p:cNvPr id="21" name="Rectangle 20"/>
          <p:cNvSpPr/>
          <p:nvPr/>
        </p:nvSpPr>
        <p:spPr>
          <a:xfrm>
            <a:off x="1309221" y="2886670"/>
            <a:ext cx="671979" cy="923330"/>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sz="5400" b="1" cap="none" spc="0"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O</a:t>
            </a:r>
            <a:endParaRPr lang="en-US" sz="54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sp>
        <p:nvSpPr>
          <p:cNvPr id="23" name="Rectangle 22"/>
          <p:cNvSpPr/>
          <p:nvPr/>
        </p:nvSpPr>
        <p:spPr>
          <a:xfrm>
            <a:off x="2542242" y="3420070"/>
            <a:ext cx="671979" cy="923330"/>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sz="5400" b="1" cap="none" spc="0"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O</a:t>
            </a:r>
            <a:endParaRPr lang="en-US" sz="54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sp>
        <p:nvSpPr>
          <p:cNvPr id="24" name="Rectangle 23"/>
          <p:cNvSpPr/>
          <p:nvPr/>
        </p:nvSpPr>
        <p:spPr>
          <a:xfrm>
            <a:off x="2514600" y="2886670"/>
            <a:ext cx="671979" cy="923330"/>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sz="5400" b="1" cap="none" spc="0"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O</a:t>
            </a:r>
            <a:endParaRPr lang="en-US" sz="54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sp>
        <p:nvSpPr>
          <p:cNvPr id="25" name="Rectangle 24"/>
          <p:cNvSpPr/>
          <p:nvPr/>
        </p:nvSpPr>
        <p:spPr>
          <a:xfrm>
            <a:off x="2985621" y="2886670"/>
            <a:ext cx="671979" cy="923330"/>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sz="5400" b="1" cap="none" spc="0"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O</a:t>
            </a:r>
            <a:endParaRPr lang="en-US" sz="54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sp>
        <p:nvSpPr>
          <p:cNvPr id="26" name="Rectangle 25"/>
          <p:cNvSpPr/>
          <p:nvPr/>
        </p:nvSpPr>
        <p:spPr>
          <a:xfrm>
            <a:off x="2985621" y="3420070"/>
            <a:ext cx="671979" cy="923330"/>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sz="5400" b="1" cap="none" spc="0"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O</a:t>
            </a:r>
            <a:endParaRPr lang="en-US" sz="54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sp>
        <p:nvSpPr>
          <p:cNvPr id="29" name="Rectangle 28"/>
          <p:cNvSpPr/>
          <p:nvPr/>
        </p:nvSpPr>
        <p:spPr>
          <a:xfrm>
            <a:off x="5195421" y="2895600"/>
            <a:ext cx="671979" cy="923330"/>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sz="5400" b="1" cap="none" spc="0"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O</a:t>
            </a:r>
            <a:endParaRPr lang="en-US" sz="54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sp>
        <p:nvSpPr>
          <p:cNvPr id="30" name="Rectangle 29"/>
          <p:cNvSpPr/>
          <p:nvPr/>
        </p:nvSpPr>
        <p:spPr>
          <a:xfrm>
            <a:off x="4738221" y="2895600"/>
            <a:ext cx="671979" cy="923330"/>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sz="5400" b="1" cap="none" spc="0"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O</a:t>
            </a:r>
            <a:endParaRPr lang="en-US" sz="54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sp>
        <p:nvSpPr>
          <p:cNvPr id="31" name="Rectangle 30"/>
          <p:cNvSpPr/>
          <p:nvPr/>
        </p:nvSpPr>
        <p:spPr>
          <a:xfrm>
            <a:off x="5271621" y="3420070"/>
            <a:ext cx="671979" cy="923330"/>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sz="5400" b="1" cap="none" spc="0"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O</a:t>
            </a:r>
            <a:endParaRPr lang="en-US" sz="54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sp>
        <p:nvSpPr>
          <p:cNvPr id="32" name="Rectangle 31"/>
          <p:cNvSpPr/>
          <p:nvPr/>
        </p:nvSpPr>
        <p:spPr>
          <a:xfrm>
            <a:off x="4800600" y="3420070"/>
            <a:ext cx="671979" cy="923330"/>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sz="5400" b="1" cap="none" spc="0"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O</a:t>
            </a:r>
            <a:endParaRPr lang="en-US" sz="54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sp>
        <p:nvSpPr>
          <p:cNvPr id="33" name="Rectangle 32"/>
          <p:cNvSpPr/>
          <p:nvPr/>
        </p:nvSpPr>
        <p:spPr>
          <a:xfrm>
            <a:off x="7176621" y="2819400"/>
            <a:ext cx="671979" cy="923330"/>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sz="5400" b="1"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O</a:t>
            </a:r>
            <a:endParaRPr lang="en-US" sz="540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sp>
        <p:nvSpPr>
          <p:cNvPr id="35" name="Rectangle 34"/>
          <p:cNvSpPr/>
          <p:nvPr/>
        </p:nvSpPr>
        <p:spPr>
          <a:xfrm>
            <a:off x="990600" y="4258270"/>
            <a:ext cx="657552" cy="923330"/>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IN" sz="5400" b="1" dirty="0" smtClean="0">
                <a:ln w="11430"/>
                <a:solidFill>
                  <a:srgbClr val="00B050"/>
                </a:solidFill>
                <a:effectLst>
                  <a:outerShdw blurRad="50800" dist="39000" dir="5460000" algn="tl">
                    <a:srgbClr val="000000">
                      <a:alpha val="38000"/>
                    </a:srgbClr>
                  </a:outerShdw>
                </a:effectLst>
              </a:rPr>
              <a:t>H</a:t>
            </a:r>
            <a:endParaRPr lang="en-US" sz="5400" b="1" dirty="0">
              <a:ln w="11430"/>
              <a:solidFill>
                <a:srgbClr val="00B050"/>
              </a:solidFill>
              <a:effectLst>
                <a:outerShdw blurRad="50800" dist="39000" dir="5460000" algn="tl">
                  <a:srgbClr val="000000">
                    <a:alpha val="38000"/>
                  </a:srgbClr>
                </a:outerShdw>
              </a:effectLst>
            </a:endParaRPr>
          </a:p>
        </p:txBody>
      </p:sp>
      <p:sp>
        <p:nvSpPr>
          <p:cNvPr id="38" name="Rectangle 37"/>
          <p:cNvSpPr/>
          <p:nvPr/>
        </p:nvSpPr>
        <p:spPr>
          <a:xfrm>
            <a:off x="1309221" y="3420070"/>
            <a:ext cx="671979" cy="923330"/>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sz="5400" b="1" cap="none" spc="0" dirty="0" smtClean="0">
                <a:ln w="11430"/>
                <a:solidFill>
                  <a:srgbClr val="00B050"/>
                </a:solidFill>
                <a:effectLst>
                  <a:outerShdw blurRad="50800" dist="39000" dir="5460000" algn="tl">
                    <a:srgbClr val="000000">
                      <a:alpha val="38000"/>
                    </a:srgbClr>
                  </a:outerShdw>
                </a:effectLst>
              </a:rPr>
              <a:t>O</a:t>
            </a:r>
            <a:endParaRPr lang="en-US" sz="5400" b="1" cap="none" spc="0" dirty="0">
              <a:ln w="11430"/>
              <a:solidFill>
                <a:srgbClr val="00B050"/>
              </a:solidFill>
              <a:effectLst>
                <a:outerShdw blurRad="50800" dist="39000" dir="5460000" algn="tl">
                  <a:srgbClr val="000000">
                    <a:alpha val="38000"/>
                  </a:srgbClr>
                </a:outerShdw>
              </a:effectLst>
            </a:endParaRPr>
          </a:p>
        </p:txBody>
      </p:sp>
      <p:sp>
        <p:nvSpPr>
          <p:cNvPr id="39" name="Rectangle 38"/>
          <p:cNvSpPr/>
          <p:nvPr/>
        </p:nvSpPr>
        <p:spPr>
          <a:xfrm>
            <a:off x="7239000" y="3343870"/>
            <a:ext cx="671979" cy="923330"/>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sz="5400" b="1" dirty="0" smtClean="0">
                <a:ln w="11430"/>
                <a:solidFill>
                  <a:srgbClr val="00B050"/>
                </a:solidFill>
                <a:effectLst>
                  <a:outerShdw blurRad="50800" dist="39000" dir="5460000" algn="tl">
                    <a:srgbClr val="000000">
                      <a:alpha val="38000"/>
                    </a:srgbClr>
                  </a:outerShdw>
                </a:effectLst>
              </a:rPr>
              <a:t>O</a:t>
            </a:r>
            <a:endParaRPr lang="en-US" sz="5400" b="1" dirty="0">
              <a:ln w="11430"/>
              <a:solidFill>
                <a:srgbClr val="00B050"/>
              </a:solidFill>
              <a:effectLst>
                <a:outerShdw blurRad="50800" dist="39000" dir="5460000" algn="tl">
                  <a:srgbClr val="000000">
                    <a:alpha val="38000"/>
                  </a:srgbClr>
                </a:outerShdw>
              </a:effectLst>
            </a:endParaRPr>
          </a:p>
        </p:txBody>
      </p:sp>
      <p:cxnSp>
        <p:nvCxnSpPr>
          <p:cNvPr id="43" name="Straight Connector 42"/>
          <p:cNvCxnSpPr/>
          <p:nvPr/>
        </p:nvCxnSpPr>
        <p:spPr>
          <a:xfrm rot="5400000">
            <a:off x="2286000" y="3276600"/>
            <a:ext cx="3352800" cy="1588"/>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sp>
        <p:nvSpPr>
          <p:cNvPr id="42" name="Rectangle 41"/>
          <p:cNvSpPr/>
          <p:nvPr/>
        </p:nvSpPr>
        <p:spPr>
          <a:xfrm>
            <a:off x="2514600" y="4267200"/>
            <a:ext cx="657552" cy="923330"/>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IN" sz="5400" b="1"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H</a:t>
            </a:r>
            <a:endParaRPr lang="en-US" sz="540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sp>
        <p:nvSpPr>
          <p:cNvPr id="44" name="Rectangle 43"/>
          <p:cNvSpPr/>
          <p:nvPr/>
        </p:nvSpPr>
        <p:spPr>
          <a:xfrm>
            <a:off x="1476048" y="4267200"/>
            <a:ext cx="657552" cy="923330"/>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IN" sz="5400" b="1"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H</a:t>
            </a:r>
            <a:endParaRPr lang="en-US" sz="540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sp>
        <p:nvSpPr>
          <p:cNvPr id="45" name="Rectangle 44"/>
          <p:cNvSpPr/>
          <p:nvPr/>
        </p:nvSpPr>
        <p:spPr>
          <a:xfrm>
            <a:off x="6581448" y="4267200"/>
            <a:ext cx="657552" cy="923330"/>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IN" sz="5400" b="1" dirty="0" smtClean="0">
                <a:ln w="11430"/>
                <a:solidFill>
                  <a:srgbClr val="00B050"/>
                </a:solidFill>
                <a:effectLst>
                  <a:outerShdw blurRad="50800" dist="39000" dir="5460000" algn="tl">
                    <a:srgbClr val="000000">
                      <a:alpha val="38000"/>
                    </a:srgbClr>
                  </a:outerShdw>
                </a:effectLst>
              </a:rPr>
              <a:t>H</a:t>
            </a:r>
            <a:endParaRPr lang="en-US" sz="5400" b="1" dirty="0">
              <a:ln w="11430"/>
              <a:solidFill>
                <a:srgbClr val="00B050"/>
              </a:solidFill>
              <a:effectLst>
                <a:outerShdw blurRad="50800" dist="39000" dir="5460000" algn="tl">
                  <a:srgbClr val="000000">
                    <a:alpha val="38000"/>
                  </a:srgbClr>
                </a:outerShdw>
              </a:effectLst>
            </a:endParaRPr>
          </a:p>
        </p:txBody>
      </p:sp>
      <p:sp>
        <p:nvSpPr>
          <p:cNvPr id="46" name="Rectangle 45"/>
          <p:cNvSpPr/>
          <p:nvPr/>
        </p:nvSpPr>
        <p:spPr>
          <a:xfrm>
            <a:off x="7114848" y="4267200"/>
            <a:ext cx="657552" cy="923330"/>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IN" sz="5400" b="1" dirty="0" smtClean="0">
                <a:ln w="11430"/>
                <a:solidFill>
                  <a:srgbClr val="00B050"/>
                </a:solidFill>
                <a:effectLst>
                  <a:outerShdw blurRad="50800" dist="39000" dir="5460000" algn="tl">
                    <a:srgbClr val="000000">
                      <a:alpha val="38000"/>
                    </a:srgbClr>
                  </a:outerShdw>
                </a:effectLst>
              </a:rPr>
              <a:t>H</a:t>
            </a:r>
            <a:endParaRPr lang="en-US" sz="5400" b="1" dirty="0">
              <a:ln w="11430"/>
              <a:solidFill>
                <a:srgbClr val="00B050"/>
              </a:solidFill>
              <a:effectLst>
                <a:outerShdw blurRad="50800" dist="39000" dir="5460000" algn="tl">
                  <a:srgbClr val="000000">
                    <a:alpha val="38000"/>
                  </a:srgbClr>
                </a:outerShdw>
              </a:effectLst>
            </a:endParaRPr>
          </a:p>
        </p:txBody>
      </p:sp>
      <p:graphicFrame>
        <p:nvGraphicFramePr>
          <p:cNvPr id="18437" name="Object 5"/>
          <p:cNvGraphicFramePr>
            <a:graphicFrameLocks noChangeAspect="1"/>
          </p:cNvGraphicFramePr>
          <p:nvPr/>
        </p:nvGraphicFramePr>
        <p:xfrm>
          <a:off x="838200" y="304800"/>
          <a:ext cx="6477000" cy="678180"/>
        </p:xfrm>
        <a:graphic>
          <a:graphicData uri="http://schemas.openxmlformats.org/presentationml/2006/ole">
            <p:oleObj spid="_x0000_s18437" name="Equation" r:id="rId4" imgW="2158920" imgH="215640" progId="Equation.3">
              <p:embed/>
            </p:oleObj>
          </a:graphicData>
        </a:graphic>
      </p:graphicFrame>
      <p:sp>
        <p:nvSpPr>
          <p:cNvPr id="47" name="Rectangle 46"/>
          <p:cNvSpPr/>
          <p:nvPr/>
        </p:nvSpPr>
        <p:spPr>
          <a:xfrm>
            <a:off x="5538178" y="1371600"/>
            <a:ext cx="1015022" cy="923330"/>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sz="5400" b="1" cap="none" spc="0"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Na</a:t>
            </a:r>
            <a:endParaRPr lang="en-US" sz="54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sp>
        <p:nvSpPr>
          <p:cNvPr id="48" name="Rectangle 47"/>
          <p:cNvSpPr/>
          <p:nvPr/>
        </p:nvSpPr>
        <p:spPr>
          <a:xfrm>
            <a:off x="1676400" y="1362670"/>
            <a:ext cx="1015022" cy="923330"/>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sz="5400" b="1" cap="none" spc="0" dirty="0" smtClean="0">
                <a:ln w="11430"/>
                <a:solidFill>
                  <a:srgbClr val="00B050"/>
                </a:solidFill>
                <a:effectLst>
                  <a:outerShdw blurRad="50800" dist="39000" dir="5460000" algn="tl">
                    <a:srgbClr val="000000">
                      <a:alpha val="38000"/>
                    </a:srgbClr>
                  </a:outerShdw>
                </a:effectLst>
              </a:rPr>
              <a:t>Na</a:t>
            </a:r>
            <a:endParaRPr lang="en-US" sz="5400" b="1" cap="none" spc="0" dirty="0">
              <a:ln w="11430"/>
              <a:solidFill>
                <a:srgbClr val="00B050"/>
              </a:solidFill>
              <a:effectLst>
                <a:outerShdw blurRad="50800" dist="39000" dir="5460000" algn="tl">
                  <a:srgbClr val="000000">
                    <a:alpha val="38000"/>
                  </a:srgbClr>
                </a:outerShdw>
              </a:effectLst>
            </a:endParaRPr>
          </a:p>
        </p:txBody>
      </p:sp>
      <p:sp>
        <p:nvSpPr>
          <p:cNvPr id="49" name="Rounded Rectangle 48">
            <a:hlinkHover r:id="rId3" action="ppaction://hlinksldjump"/>
          </p:cNvPr>
          <p:cNvSpPr/>
          <p:nvPr/>
        </p:nvSpPr>
        <p:spPr>
          <a:xfrm>
            <a:off x="914400" y="5181600"/>
            <a:ext cx="6629400" cy="990600"/>
          </a:xfrm>
          <a:prstGeom prst="round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50" name="Object 5"/>
          <p:cNvGraphicFramePr>
            <a:graphicFrameLocks noChangeAspect="1"/>
          </p:cNvGraphicFramePr>
          <p:nvPr/>
        </p:nvGraphicFramePr>
        <p:xfrm>
          <a:off x="742950" y="5334000"/>
          <a:ext cx="6972300" cy="677863"/>
        </p:xfrm>
        <a:graphic>
          <a:graphicData uri="http://schemas.openxmlformats.org/presentationml/2006/ole">
            <p:oleObj spid="_x0000_s18438" name="Equation" r:id="rId5" imgW="2323800" imgH="215640" progId="Equation.3">
              <p:embed/>
            </p:oleObj>
          </a:graphicData>
        </a:graphic>
      </p:graphicFrame>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2000" fill="hold"/>
                                        <p:tgtEl>
                                          <p:spTgt spid="16"/>
                                        </p:tgtEl>
                                        <p:attrNameLst>
                                          <p:attrName>ppt_x</p:attrName>
                                        </p:attrNameLst>
                                      </p:cBhvr>
                                      <p:tavLst>
                                        <p:tav tm="0">
                                          <p:val>
                                            <p:strVal val="0-#ppt_w/2"/>
                                          </p:val>
                                        </p:tav>
                                        <p:tav tm="100000">
                                          <p:val>
                                            <p:strVal val="#ppt_x"/>
                                          </p:val>
                                        </p:tav>
                                      </p:tavLst>
                                    </p:anim>
                                    <p:anim calcmode="lin" valueType="num">
                                      <p:cBhvr additive="base">
                                        <p:cTn id="8" dur="2000" fill="hold"/>
                                        <p:tgtEl>
                                          <p:spTgt spid="1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7"/>
                                        </p:tgtEl>
                                        <p:attrNameLst>
                                          <p:attrName>style.visibility</p:attrName>
                                        </p:attrNameLst>
                                      </p:cBhvr>
                                      <p:to>
                                        <p:strVal val="visible"/>
                                      </p:to>
                                    </p:set>
                                    <p:anim calcmode="lin" valueType="num">
                                      <p:cBhvr additive="base">
                                        <p:cTn id="13" dur="2000" fill="hold"/>
                                        <p:tgtEl>
                                          <p:spTgt spid="17"/>
                                        </p:tgtEl>
                                        <p:attrNameLst>
                                          <p:attrName>ppt_x</p:attrName>
                                        </p:attrNameLst>
                                      </p:cBhvr>
                                      <p:tavLst>
                                        <p:tav tm="0">
                                          <p:val>
                                            <p:strVal val="1+#ppt_w/2"/>
                                          </p:val>
                                        </p:tav>
                                        <p:tav tm="100000">
                                          <p:val>
                                            <p:strVal val="#ppt_x"/>
                                          </p:val>
                                        </p:tav>
                                      </p:tavLst>
                                    </p:anim>
                                    <p:anim calcmode="lin" valueType="num">
                                      <p:cBhvr additive="base">
                                        <p:cTn id="14" dur="2000" fill="hold"/>
                                        <p:tgtEl>
                                          <p:spTgt spid="17"/>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47"/>
                                        </p:tgtEl>
                                        <p:attrNameLst>
                                          <p:attrName>style.visibility</p:attrName>
                                        </p:attrNameLst>
                                      </p:cBhvr>
                                      <p:to>
                                        <p:strVal val="visible"/>
                                      </p:to>
                                    </p:set>
                                    <p:anim calcmode="lin" valueType="num">
                                      <p:cBhvr additive="base">
                                        <p:cTn id="19" dur="2000" fill="hold"/>
                                        <p:tgtEl>
                                          <p:spTgt spid="47"/>
                                        </p:tgtEl>
                                        <p:attrNameLst>
                                          <p:attrName>ppt_x</p:attrName>
                                        </p:attrNameLst>
                                      </p:cBhvr>
                                      <p:tavLst>
                                        <p:tav tm="0">
                                          <p:val>
                                            <p:strVal val="1+#ppt_w/2"/>
                                          </p:val>
                                        </p:tav>
                                        <p:tav tm="100000">
                                          <p:val>
                                            <p:strVal val="#ppt_x"/>
                                          </p:val>
                                        </p:tav>
                                      </p:tavLst>
                                    </p:anim>
                                    <p:anim calcmode="lin" valueType="num">
                                      <p:cBhvr additive="base">
                                        <p:cTn id="20" dur="2000" fill="hold"/>
                                        <p:tgtEl>
                                          <p:spTgt spid="47"/>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8"/>
                                        </p:tgtEl>
                                        <p:attrNameLst>
                                          <p:attrName>style.visibility</p:attrName>
                                        </p:attrNameLst>
                                      </p:cBhvr>
                                      <p:to>
                                        <p:strVal val="visible"/>
                                      </p:to>
                                    </p:set>
                                    <p:anim calcmode="lin" valueType="num">
                                      <p:cBhvr additive="base">
                                        <p:cTn id="25" dur="2000" fill="hold"/>
                                        <p:tgtEl>
                                          <p:spTgt spid="18"/>
                                        </p:tgtEl>
                                        <p:attrNameLst>
                                          <p:attrName>ppt_x</p:attrName>
                                        </p:attrNameLst>
                                      </p:cBhvr>
                                      <p:tavLst>
                                        <p:tav tm="0">
                                          <p:val>
                                            <p:strVal val="0-#ppt_w/2"/>
                                          </p:val>
                                        </p:tav>
                                        <p:tav tm="100000">
                                          <p:val>
                                            <p:strVal val="#ppt_x"/>
                                          </p:val>
                                        </p:tav>
                                      </p:tavLst>
                                    </p:anim>
                                    <p:anim calcmode="lin" valueType="num">
                                      <p:cBhvr additive="base">
                                        <p:cTn id="26" dur="2000" fill="hold"/>
                                        <p:tgtEl>
                                          <p:spTgt spid="18"/>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20"/>
                                        </p:tgtEl>
                                        <p:attrNameLst>
                                          <p:attrName>style.visibility</p:attrName>
                                        </p:attrNameLst>
                                      </p:cBhvr>
                                      <p:to>
                                        <p:strVal val="visible"/>
                                      </p:to>
                                    </p:set>
                                    <p:anim calcmode="lin" valueType="num">
                                      <p:cBhvr additive="base">
                                        <p:cTn id="31" dur="2000" fill="hold"/>
                                        <p:tgtEl>
                                          <p:spTgt spid="20"/>
                                        </p:tgtEl>
                                        <p:attrNameLst>
                                          <p:attrName>ppt_x</p:attrName>
                                        </p:attrNameLst>
                                      </p:cBhvr>
                                      <p:tavLst>
                                        <p:tav tm="0">
                                          <p:val>
                                            <p:strVal val="1+#ppt_w/2"/>
                                          </p:val>
                                        </p:tav>
                                        <p:tav tm="100000">
                                          <p:val>
                                            <p:strVal val="#ppt_x"/>
                                          </p:val>
                                        </p:tav>
                                      </p:tavLst>
                                    </p:anim>
                                    <p:anim calcmode="lin" valueType="num">
                                      <p:cBhvr additive="base">
                                        <p:cTn id="32" dur="2000" fill="hold"/>
                                        <p:tgtEl>
                                          <p:spTgt spid="20"/>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21"/>
                                        </p:tgtEl>
                                        <p:attrNameLst>
                                          <p:attrName>style.visibility</p:attrName>
                                        </p:attrNameLst>
                                      </p:cBhvr>
                                      <p:to>
                                        <p:strVal val="visible"/>
                                      </p:to>
                                    </p:set>
                                    <p:anim calcmode="lin" valueType="num">
                                      <p:cBhvr additive="base">
                                        <p:cTn id="37" dur="2000" fill="hold"/>
                                        <p:tgtEl>
                                          <p:spTgt spid="21"/>
                                        </p:tgtEl>
                                        <p:attrNameLst>
                                          <p:attrName>ppt_x</p:attrName>
                                        </p:attrNameLst>
                                      </p:cBhvr>
                                      <p:tavLst>
                                        <p:tav tm="0">
                                          <p:val>
                                            <p:strVal val="0-#ppt_w/2"/>
                                          </p:val>
                                        </p:tav>
                                        <p:tav tm="100000">
                                          <p:val>
                                            <p:strVal val="#ppt_x"/>
                                          </p:val>
                                        </p:tav>
                                      </p:tavLst>
                                    </p:anim>
                                    <p:anim calcmode="lin" valueType="num">
                                      <p:cBhvr additive="base">
                                        <p:cTn id="38" dur="2000" fill="hold"/>
                                        <p:tgtEl>
                                          <p:spTgt spid="21"/>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24"/>
                                        </p:tgtEl>
                                        <p:attrNameLst>
                                          <p:attrName>style.visibility</p:attrName>
                                        </p:attrNameLst>
                                      </p:cBhvr>
                                      <p:to>
                                        <p:strVal val="visible"/>
                                      </p:to>
                                    </p:set>
                                    <p:anim calcmode="lin" valueType="num">
                                      <p:cBhvr additive="base">
                                        <p:cTn id="43" dur="500" fill="hold"/>
                                        <p:tgtEl>
                                          <p:spTgt spid="24"/>
                                        </p:tgtEl>
                                        <p:attrNameLst>
                                          <p:attrName>ppt_x</p:attrName>
                                        </p:attrNameLst>
                                      </p:cBhvr>
                                      <p:tavLst>
                                        <p:tav tm="0">
                                          <p:val>
                                            <p:strVal val="#ppt_x"/>
                                          </p:val>
                                        </p:tav>
                                        <p:tav tm="100000">
                                          <p:val>
                                            <p:strVal val="#ppt_x"/>
                                          </p:val>
                                        </p:tav>
                                      </p:tavLst>
                                    </p:anim>
                                    <p:anim calcmode="lin" valueType="num">
                                      <p:cBhvr additive="base">
                                        <p:cTn id="44" dur="500" fill="hold"/>
                                        <p:tgtEl>
                                          <p:spTgt spid="24"/>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25"/>
                                        </p:tgtEl>
                                        <p:attrNameLst>
                                          <p:attrName>style.visibility</p:attrName>
                                        </p:attrNameLst>
                                      </p:cBhvr>
                                      <p:to>
                                        <p:strVal val="visible"/>
                                      </p:to>
                                    </p:set>
                                    <p:anim calcmode="lin" valueType="num">
                                      <p:cBhvr additive="base">
                                        <p:cTn id="47" dur="500" fill="hold"/>
                                        <p:tgtEl>
                                          <p:spTgt spid="25"/>
                                        </p:tgtEl>
                                        <p:attrNameLst>
                                          <p:attrName>ppt_x</p:attrName>
                                        </p:attrNameLst>
                                      </p:cBhvr>
                                      <p:tavLst>
                                        <p:tav tm="0">
                                          <p:val>
                                            <p:strVal val="#ppt_x"/>
                                          </p:val>
                                        </p:tav>
                                        <p:tav tm="100000">
                                          <p:val>
                                            <p:strVal val="#ppt_x"/>
                                          </p:val>
                                        </p:tav>
                                      </p:tavLst>
                                    </p:anim>
                                    <p:anim calcmode="lin" valueType="num">
                                      <p:cBhvr additive="base">
                                        <p:cTn id="48" dur="500" fill="hold"/>
                                        <p:tgtEl>
                                          <p:spTgt spid="25"/>
                                        </p:tgtEl>
                                        <p:attrNameLst>
                                          <p:attrName>ppt_y</p:attrName>
                                        </p:attrNameLst>
                                      </p:cBhvr>
                                      <p:tavLst>
                                        <p:tav tm="0">
                                          <p:val>
                                            <p:strVal val="1+#ppt_h/2"/>
                                          </p:val>
                                        </p:tav>
                                        <p:tav tm="100000">
                                          <p:val>
                                            <p:strVal val="#ppt_y"/>
                                          </p:val>
                                        </p:tav>
                                      </p:tavLst>
                                    </p:anim>
                                  </p:childTnLst>
                                </p:cTn>
                              </p:par>
                              <p:par>
                                <p:cTn id="49" presetID="2" presetClass="entr" presetSubtype="12" fill="hold" grpId="1" nodeType="withEffect">
                                  <p:stCondLst>
                                    <p:cond delay="0"/>
                                  </p:stCondLst>
                                  <p:childTnLst>
                                    <p:set>
                                      <p:cBhvr>
                                        <p:cTn id="50" dur="1" fill="hold">
                                          <p:stCondLst>
                                            <p:cond delay="0"/>
                                          </p:stCondLst>
                                        </p:cTn>
                                        <p:tgtEl>
                                          <p:spTgt spid="25"/>
                                        </p:tgtEl>
                                        <p:attrNameLst>
                                          <p:attrName>style.visibility</p:attrName>
                                        </p:attrNameLst>
                                      </p:cBhvr>
                                      <p:to>
                                        <p:strVal val="visible"/>
                                      </p:to>
                                    </p:set>
                                    <p:anim calcmode="lin" valueType="num">
                                      <p:cBhvr additive="base">
                                        <p:cTn id="51" dur="2000" fill="hold"/>
                                        <p:tgtEl>
                                          <p:spTgt spid="25"/>
                                        </p:tgtEl>
                                        <p:attrNameLst>
                                          <p:attrName>ppt_x</p:attrName>
                                        </p:attrNameLst>
                                      </p:cBhvr>
                                      <p:tavLst>
                                        <p:tav tm="0">
                                          <p:val>
                                            <p:strVal val="0-#ppt_w/2"/>
                                          </p:val>
                                        </p:tav>
                                        <p:tav tm="100000">
                                          <p:val>
                                            <p:strVal val="#ppt_x"/>
                                          </p:val>
                                        </p:tav>
                                      </p:tavLst>
                                    </p:anim>
                                    <p:anim calcmode="lin" valueType="num">
                                      <p:cBhvr additive="base">
                                        <p:cTn id="52" dur="2000" fill="hold"/>
                                        <p:tgtEl>
                                          <p:spTgt spid="25"/>
                                        </p:tgtEl>
                                        <p:attrNameLst>
                                          <p:attrName>ppt_y</p:attrName>
                                        </p:attrNameLst>
                                      </p:cBhvr>
                                      <p:tavLst>
                                        <p:tav tm="0">
                                          <p:val>
                                            <p:strVal val="1+#ppt_h/2"/>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4" fill="hold" grpId="0" nodeType="clickEffect">
                                  <p:stCondLst>
                                    <p:cond delay="0"/>
                                  </p:stCondLst>
                                  <p:childTnLst>
                                    <p:set>
                                      <p:cBhvr>
                                        <p:cTn id="56" dur="1" fill="hold">
                                          <p:stCondLst>
                                            <p:cond delay="0"/>
                                          </p:stCondLst>
                                        </p:cTn>
                                        <p:tgtEl>
                                          <p:spTgt spid="23"/>
                                        </p:tgtEl>
                                        <p:attrNameLst>
                                          <p:attrName>style.visibility</p:attrName>
                                        </p:attrNameLst>
                                      </p:cBhvr>
                                      <p:to>
                                        <p:strVal val="visible"/>
                                      </p:to>
                                    </p:set>
                                    <p:anim calcmode="lin" valueType="num">
                                      <p:cBhvr additive="base">
                                        <p:cTn id="57" dur="2000" fill="hold"/>
                                        <p:tgtEl>
                                          <p:spTgt spid="23"/>
                                        </p:tgtEl>
                                        <p:attrNameLst>
                                          <p:attrName>ppt_x</p:attrName>
                                        </p:attrNameLst>
                                      </p:cBhvr>
                                      <p:tavLst>
                                        <p:tav tm="0">
                                          <p:val>
                                            <p:strVal val="#ppt_x"/>
                                          </p:val>
                                        </p:tav>
                                        <p:tav tm="100000">
                                          <p:val>
                                            <p:strVal val="#ppt_x"/>
                                          </p:val>
                                        </p:tav>
                                      </p:tavLst>
                                    </p:anim>
                                    <p:anim calcmode="lin" valueType="num">
                                      <p:cBhvr additive="base">
                                        <p:cTn id="58" dur="2000" fill="hold"/>
                                        <p:tgtEl>
                                          <p:spTgt spid="23"/>
                                        </p:tgtEl>
                                        <p:attrNameLst>
                                          <p:attrName>ppt_y</p:attrName>
                                        </p:attrNameLst>
                                      </p:cBhvr>
                                      <p:tavLst>
                                        <p:tav tm="0">
                                          <p:val>
                                            <p:strVal val="1+#ppt_h/2"/>
                                          </p:val>
                                        </p:tav>
                                        <p:tav tm="100000">
                                          <p:val>
                                            <p:strVal val="#ppt_y"/>
                                          </p:val>
                                        </p:tav>
                                      </p:tavLst>
                                    </p:anim>
                                  </p:childTnLst>
                                </p:cTn>
                              </p:par>
                              <p:par>
                                <p:cTn id="59" presetID="2" presetClass="entr" presetSubtype="4" fill="hold" grpId="0" nodeType="withEffect">
                                  <p:stCondLst>
                                    <p:cond delay="0"/>
                                  </p:stCondLst>
                                  <p:childTnLst>
                                    <p:set>
                                      <p:cBhvr>
                                        <p:cTn id="60" dur="1" fill="hold">
                                          <p:stCondLst>
                                            <p:cond delay="0"/>
                                          </p:stCondLst>
                                        </p:cTn>
                                        <p:tgtEl>
                                          <p:spTgt spid="26"/>
                                        </p:tgtEl>
                                        <p:attrNameLst>
                                          <p:attrName>style.visibility</p:attrName>
                                        </p:attrNameLst>
                                      </p:cBhvr>
                                      <p:to>
                                        <p:strVal val="visible"/>
                                      </p:to>
                                    </p:set>
                                    <p:anim calcmode="lin" valueType="num">
                                      <p:cBhvr additive="base">
                                        <p:cTn id="61" dur="2000" fill="hold"/>
                                        <p:tgtEl>
                                          <p:spTgt spid="26"/>
                                        </p:tgtEl>
                                        <p:attrNameLst>
                                          <p:attrName>ppt_x</p:attrName>
                                        </p:attrNameLst>
                                      </p:cBhvr>
                                      <p:tavLst>
                                        <p:tav tm="0">
                                          <p:val>
                                            <p:strVal val="#ppt_x"/>
                                          </p:val>
                                        </p:tav>
                                        <p:tav tm="100000">
                                          <p:val>
                                            <p:strVal val="#ppt_x"/>
                                          </p:val>
                                        </p:tav>
                                      </p:tavLst>
                                    </p:anim>
                                    <p:anim calcmode="lin" valueType="num">
                                      <p:cBhvr additive="base">
                                        <p:cTn id="62" dur="2000" fill="hold"/>
                                        <p:tgtEl>
                                          <p:spTgt spid="26"/>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grpId="0" nodeType="clickEffect">
                                  <p:stCondLst>
                                    <p:cond delay="0"/>
                                  </p:stCondLst>
                                  <p:childTnLst>
                                    <p:set>
                                      <p:cBhvr>
                                        <p:cTn id="66" dur="1" fill="hold">
                                          <p:stCondLst>
                                            <p:cond delay="0"/>
                                          </p:stCondLst>
                                        </p:cTn>
                                        <p:tgtEl>
                                          <p:spTgt spid="30"/>
                                        </p:tgtEl>
                                        <p:attrNameLst>
                                          <p:attrName>style.visibility</p:attrName>
                                        </p:attrNameLst>
                                      </p:cBhvr>
                                      <p:to>
                                        <p:strVal val="visible"/>
                                      </p:to>
                                    </p:set>
                                    <p:anim calcmode="lin" valueType="num">
                                      <p:cBhvr additive="base">
                                        <p:cTn id="67" dur="2000" fill="hold"/>
                                        <p:tgtEl>
                                          <p:spTgt spid="30"/>
                                        </p:tgtEl>
                                        <p:attrNameLst>
                                          <p:attrName>ppt_x</p:attrName>
                                        </p:attrNameLst>
                                      </p:cBhvr>
                                      <p:tavLst>
                                        <p:tav tm="0">
                                          <p:val>
                                            <p:strVal val="#ppt_x"/>
                                          </p:val>
                                        </p:tav>
                                        <p:tav tm="100000">
                                          <p:val>
                                            <p:strVal val="#ppt_x"/>
                                          </p:val>
                                        </p:tav>
                                      </p:tavLst>
                                    </p:anim>
                                    <p:anim calcmode="lin" valueType="num">
                                      <p:cBhvr additive="base">
                                        <p:cTn id="68" dur="2000" fill="hold"/>
                                        <p:tgtEl>
                                          <p:spTgt spid="30"/>
                                        </p:tgtEl>
                                        <p:attrNameLst>
                                          <p:attrName>ppt_y</p:attrName>
                                        </p:attrNameLst>
                                      </p:cBhvr>
                                      <p:tavLst>
                                        <p:tav tm="0">
                                          <p:val>
                                            <p:strVal val="1+#ppt_h/2"/>
                                          </p:val>
                                        </p:tav>
                                        <p:tav tm="100000">
                                          <p:val>
                                            <p:strVal val="#ppt_y"/>
                                          </p:val>
                                        </p:tav>
                                      </p:tavLst>
                                    </p:anim>
                                  </p:childTnLst>
                                </p:cTn>
                              </p:par>
                              <p:par>
                                <p:cTn id="69" presetID="2" presetClass="entr" presetSubtype="4" fill="hold" grpId="0" nodeType="withEffect">
                                  <p:stCondLst>
                                    <p:cond delay="0"/>
                                  </p:stCondLst>
                                  <p:childTnLst>
                                    <p:set>
                                      <p:cBhvr>
                                        <p:cTn id="70" dur="1" fill="hold">
                                          <p:stCondLst>
                                            <p:cond delay="0"/>
                                          </p:stCondLst>
                                        </p:cTn>
                                        <p:tgtEl>
                                          <p:spTgt spid="29"/>
                                        </p:tgtEl>
                                        <p:attrNameLst>
                                          <p:attrName>style.visibility</p:attrName>
                                        </p:attrNameLst>
                                      </p:cBhvr>
                                      <p:to>
                                        <p:strVal val="visible"/>
                                      </p:to>
                                    </p:set>
                                    <p:anim calcmode="lin" valueType="num">
                                      <p:cBhvr additive="base">
                                        <p:cTn id="71" dur="2000" fill="hold"/>
                                        <p:tgtEl>
                                          <p:spTgt spid="29"/>
                                        </p:tgtEl>
                                        <p:attrNameLst>
                                          <p:attrName>ppt_x</p:attrName>
                                        </p:attrNameLst>
                                      </p:cBhvr>
                                      <p:tavLst>
                                        <p:tav tm="0">
                                          <p:val>
                                            <p:strVal val="#ppt_x"/>
                                          </p:val>
                                        </p:tav>
                                        <p:tav tm="100000">
                                          <p:val>
                                            <p:strVal val="#ppt_x"/>
                                          </p:val>
                                        </p:tav>
                                      </p:tavLst>
                                    </p:anim>
                                    <p:anim calcmode="lin" valueType="num">
                                      <p:cBhvr additive="base">
                                        <p:cTn id="72" dur="2000" fill="hold"/>
                                        <p:tgtEl>
                                          <p:spTgt spid="29"/>
                                        </p:tgtEl>
                                        <p:attrNameLst>
                                          <p:attrName>ppt_y</p:attrName>
                                        </p:attrNameLst>
                                      </p:cBhvr>
                                      <p:tavLst>
                                        <p:tav tm="0">
                                          <p:val>
                                            <p:strVal val="1+#ppt_h/2"/>
                                          </p:val>
                                        </p:tav>
                                        <p:tav tm="100000">
                                          <p:val>
                                            <p:strVal val="#ppt_y"/>
                                          </p:val>
                                        </p:tav>
                                      </p:tavLst>
                                    </p:anim>
                                  </p:childTnLst>
                                </p:cTn>
                              </p:par>
                              <p:par>
                                <p:cTn id="73" presetID="2" presetClass="entr" presetSubtype="4" fill="hold" grpId="0" nodeType="withEffect">
                                  <p:stCondLst>
                                    <p:cond delay="0"/>
                                  </p:stCondLst>
                                  <p:childTnLst>
                                    <p:set>
                                      <p:cBhvr>
                                        <p:cTn id="74" dur="1" fill="hold">
                                          <p:stCondLst>
                                            <p:cond delay="0"/>
                                          </p:stCondLst>
                                        </p:cTn>
                                        <p:tgtEl>
                                          <p:spTgt spid="32"/>
                                        </p:tgtEl>
                                        <p:attrNameLst>
                                          <p:attrName>style.visibility</p:attrName>
                                        </p:attrNameLst>
                                      </p:cBhvr>
                                      <p:to>
                                        <p:strVal val="visible"/>
                                      </p:to>
                                    </p:set>
                                    <p:anim calcmode="lin" valueType="num">
                                      <p:cBhvr additive="base">
                                        <p:cTn id="75" dur="2000" fill="hold"/>
                                        <p:tgtEl>
                                          <p:spTgt spid="32"/>
                                        </p:tgtEl>
                                        <p:attrNameLst>
                                          <p:attrName>ppt_x</p:attrName>
                                        </p:attrNameLst>
                                      </p:cBhvr>
                                      <p:tavLst>
                                        <p:tav tm="0">
                                          <p:val>
                                            <p:strVal val="#ppt_x"/>
                                          </p:val>
                                        </p:tav>
                                        <p:tav tm="100000">
                                          <p:val>
                                            <p:strVal val="#ppt_x"/>
                                          </p:val>
                                        </p:tav>
                                      </p:tavLst>
                                    </p:anim>
                                    <p:anim calcmode="lin" valueType="num">
                                      <p:cBhvr additive="base">
                                        <p:cTn id="76" dur="2000" fill="hold"/>
                                        <p:tgtEl>
                                          <p:spTgt spid="32"/>
                                        </p:tgtEl>
                                        <p:attrNameLst>
                                          <p:attrName>ppt_y</p:attrName>
                                        </p:attrNameLst>
                                      </p:cBhvr>
                                      <p:tavLst>
                                        <p:tav tm="0">
                                          <p:val>
                                            <p:strVal val="1+#ppt_h/2"/>
                                          </p:val>
                                        </p:tav>
                                        <p:tav tm="100000">
                                          <p:val>
                                            <p:strVal val="#ppt_y"/>
                                          </p:val>
                                        </p:tav>
                                      </p:tavLst>
                                    </p:anim>
                                  </p:childTnLst>
                                </p:cTn>
                              </p:par>
                              <p:par>
                                <p:cTn id="77" presetID="2" presetClass="entr" presetSubtype="4" fill="hold" grpId="0" nodeType="withEffect">
                                  <p:stCondLst>
                                    <p:cond delay="0"/>
                                  </p:stCondLst>
                                  <p:childTnLst>
                                    <p:set>
                                      <p:cBhvr>
                                        <p:cTn id="78" dur="1" fill="hold">
                                          <p:stCondLst>
                                            <p:cond delay="0"/>
                                          </p:stCondLst>
                                        </p:cTn>
                                        <p:tgtEl>
                                          <p:spTgt spid="31"/>
                                        </p:tgtEl>
                                        <p:attrNameLst>
                                          <p:attrName>style.visibility</p:attrName>
                                        </p:attrNameLst>
                                      </p:cBhvr>
                                      <p:to>
                                        <p:strVal val="visible"/>
                                      </p:to>
                                    </p:set>
                                    <p:anim calcmode="lin" valueType="num">
                                      <p:cBhvr additive="base">
                                        <p:cTn id="79" dur="2000" fill="hold"/>
                                        <p:tgtEl>
                                          <p:spTgt spid="31"/>
                                        </p:tgtEl>
                                        <p:attrNameLst>
                                          <p:attrName>ppt_x</p:attrName>
                                        </p:attrNameLst>
                                      </p:cBhvr>
                                      <p:tavLst>
                                        <p:tav tm="0">
                                          <p:val>
                                            <p:strVal val="#ppt_x"/>
                                          </p:val>
                                        </p:tav>
                                        <p:tav tm="100000">
                                          <p:val>
                                            <p:strVal val="#ppt_x"/>
                                          </p:val>
                                        </p:tav>
                                      </p:tavLst>
                                    </p:anim>
                                    <p:anim calcmode="lin" valueType="num">
                                      <p:cBhvr additive="base">
                                        <p:cTn id="80" dur="2000" fill="hold"/>
                                        <p:tgtEl>
                                          <p:spTgt spid="31"/>
                                        </p:tgtEl>
                                        <p:attrNameLst>
                                          <p:attrName>ppt_y</p:attrName>
                                        </p:attrNameLst>
                                      </p:cBhvr>
                                      <p:tavLst>
                                        <p:tav tm="0">
                                          <p:val>
                                            <p:strVal val="1+#ppt_h/2"/>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2" presetClass="entr" presetSubtype="4" fill="hold" grpId="0" nodeType="clickEffect">
                                  <p:stCondLst>
                                    <p:cond delay="0"/>
                                  </p:stCondLst>
                                  <p:childTnLst>
                                    <p:set>
                                      <p:cBhvr>
                                        <p:cTn id="84" dur="1" fill="hold">
                                          <p:stCondLst>
                                            <p:cond delay="0"/>
                                          </p:stCondLst>
                                        </p:cTn>
                                        <p:tgtEl>
                                          <p:spTgt spid="33"/>
                                        </p:tgtEl>
                                        <p:attrNameLst>
                                          <p:attrName>style.visibility</p:attrName>
                                        </p:attrNameLst>
                                      </p:cBhvr>
                                      <p:to>
                                        <p:strVal val="visible"/>
                                      </p:to>
                                    </p:set>
                                    <p:anim calcmode="lin" valueType="num">
                                      <p:cBhvr additive="base">
                                        <p:cTn id="85" dur="2000" fill="hold"/>
                                        <p:tgtEl>
                                          <p:spTgt spid="33"/>
                                        </p:tgtEl>
                                        <p:attrNameLst>
                                          <p:attrName>ppt_x</p:attrName>
                                        </p:attrNameLst>
                                      </p:cBhvr>
                                      <p:tavLst>
                                        <p:tav tm="0">
                                          <p:val>
                                            <p:strVal val="#ppt_x"/>
                                          </p:val>
                                        </p:tav>
                                        <p:tav tm="100000">
                                          <p:val>
                                            <p:strVal val="#ppt_x"/>
                                          </p:val>
                                        </p:tav>
                                      </p:tavLst>
                                    </p:anim>
                                    <p:anim calcmode="lin" valueType="num">
                                      <p:cBhvr additive="base">
                                        <p:cTn id="86" dur="2000" fill="hold"/>
                                        <p:tgtEl>
                                          <p:spTgt spid="33"/>
                                        </p:tgtEl>
                                        <p:attrNameLst>
                                          <p:attrName>ppt_y</p:attrName>
                                        </p:attrNameLst>
                                      </p:cBhvr>
                                      <p:tavLst>
                                        <p:tav tm="0">
                                          <p:val>
                                            <p:strVal val="1+#ppt_h/2"/>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2" presetClass="entr" presetSubtype="8" fill="hold" grpId="0" nodeType="clickEffect">
                                  <p:stCondLst>
                                    <p:cond delay="0"/>
                                  </p:stCondLst>
                                  <p:childTnLst>
                                    <p:set>
                                      <p:cBhvr>
                                        <p:cTn id="90" dur="1" fill="hold">
                                          <p:stCondLst>
                                            <p:cond delay="0"/>
                                          </p:stCondLst>
                                        </p:cTn>
                                        <p:tgtEl>
                                          <p:spTgt spid="13"/>
                                        </p:tgtEl>
                                        <p:attrNameLst>
                                          <p:attrName>style.visibility</p:attrName>
                                        </p:attrNameLst>
                                      </p:cBhvr>
                                      <p:to>
                                        <p:strVal val="visible"/>
                                      </p:to>
                                    </p:set>
                                    <p:anim calcmode="lin" valueType="num">
                                      <p:cBhvr additive="base">
                                        <p:cTn id="91" dur="2000" fill="hold"/>
                                        <p:tgtEl>
                                          <p:spTgt spid="13"/>
                                        </p:tgtEl>
                                        <p:attrNameLst>
                                          <p:attrName>ppt_x</p:attrName>
                                        </p:attrNameLst>
                                      </p:cBhvr>
                                      <p:tavLst>
                                        <p:tav tm="0">
                                          <p:val>
                                            <p:strVal val="0-#ppt_w/2"/>
                                          </p:val>
                                        </p:tav>
                                        <p:tav tm="100000">
                                          <p:val>
                                            <p:strVal val="#ppt_x"/>
                                          </p:val>
                                        </p:tav>
                                      </p:tavLst>
                                    </p:anim>
                                    <p:anim calcmode="lin" valueType="num">
                                      <p:cBhvr additive="base">
                                        <p:cTn id="92" dur="2000" fill="hold"/>
                                        <p:tgtEl>
                                          <p:spTgt spid="13"/>
                                        </p:tgtEl>
                                        <p:attrNameLst>
                                          <p:attrName>ppt_y</p:attrName>
                                        </p:attrNameLst>
                                      </p:cBhvr>
                                      <p:tavLst>
                                        <p:tav tm="0">
                                          <p:val>
                                            <p:strVal val="#ppt_y"/>
                                          </p:val>
                                        </p:tav>
                                        <p:tav tm="100000">
                                          <p:val>
                                            <p:strVal val="#ppt_y"/>
                                          </p:val>
                                        </p:tav>
                                      </p:tavLst>
                                    </p:anim>
                                  </p:childTnLst>
                                </p:cTn>
                              </p:par>
                            </p:childTnLst>
                          </p:cTn>
                        </p:par>
                      </p:childTnLst>
                    </p:cTn>
                  </p:par>
                  <p:par>
                    <p:cTn id="93" fill="hold">
                      <p:stCondLst>
                        <p:cond delay="indefinite"/>
                      </p:stCondLst>
                      <p:childTnLst>
                        <p:par>
                          <p:cTn id="94" fill="hold">
                            <p:stCondLst>
                              <p:cond delay="0"/>
                            </p:stCondLst>
                            <p:childTnLst>
                              <p:par>
                                <p:cTn id="95" presetID="2" presetClass="entr" presetSubtype="8" fill="hold" grpId="0" nodeType="clickEffect">
                                  <p:stCondLst>
                                    <p:cond delay="0"/>
                                  </p:stCondLst>
                                  <p:childTnLst>
                                    <p:set>
                                      <p:cBhvr>
                                        <p:cTn id="96" dur="1" fill="hold">
                                          <p:stCondLst>
                                            <p:cond delay="0"/>
                                          </p:stCondLst>
                                        </p:cTn>
                                        <p:tgtEl>
                                          <p:spTgt spid="42"/>
                                        </p:tgtEl>
                                        <p:attrNameLst>
                                          <p:attrName>style.visibility</p:attrName>
                                        </p:attrNameLst>
                                      </p:cBhvr>
                                      <p:to>
                                        <p:strVal val="visible"/>
                                      </p:to>
                                    </p:set>
                                    <p:anim calcmode="lin" valueType="num">
                                      <p:cBhvr additive="base">
                                        <p:cTn id="97" dur="2000" fill="hold"/>
                                        <p:tgtEl>
                                          <p:spTgt spid="42"/>
                                        </p:tgtEl>
                                        <p:attrNameLst>
                                          <p:attrName>ppt_x</p:attrName>
                                        </p:attrNameLst>
                                      </p:cBhvr>
                                      <p:tavLst>
                                        <p:tav tm="0">
                                          <p:val>
                                            <p:strVal val="0-#ppt_w/2"/>
                                          </p:val>
                                        </p:tav>
                                        <p:tav tm="100000">
                                          <p:val>
                                            <p:strVal val="#ppt_x"/>
                                          </p:val>
                                        </p:tav>
                                      </p:tavLst>
                                    </p:anim>
                                    <p:anim calcmode="lin" valueType="num">
                                      <p:cBhvr additive="base">
                                        <p:cTn id="98" dur="2000" fill="hold"/>
                                        <p:tgtEl>
                                          <p:spTgt spid="42"/>
                                        </p:tgtEl>
                                        <p:attrNameLst>
                                          <p:attrName>ppt_y</p:attrName>
                                        </p:attrNameLst>
                                      </p:cBhvr>
                                      <p:tavLst>
                                        <p:tav tm="0">
                                          <p:val>
                                            <p:strVal val="#ppt_y"/>
                                          </p:val>
                                        </p:tav>
                                        <p:tav tm="100000">
                                          <p:val>
                                            <p:strVal val="#ppt_y"/>
                                          </p:val>
                                        </p:tav>
                                      </p:tavLst>
                                    </p:anim>
                                  </p:childTnLst>
                                </p:cTn>
                              </p:par>
                            </p:childTnLst>
                          </p:cTn>
                        </p:par>
                      </p:childTnLst>
                    </p:cTn>
                  </p:par>
                  <p:par>
                    <p:cTn id="99" fill="hold">
                      <p:stCondLst>
                        <p:cond delay="indefinite"/>
                      </p:stCondLst>
                      <p:childTnLst>
                        <p:par>
                          <p:cTn id="100" fill="hold">
                            <p:stCondLst>
                              <p:cond delay="0"/>
                            </p:stCondLst>
                            <p:childTnLst>
                              <p:par>
                                <p:cTn id="101" presetID="2" presetClass="entr" presetSubtype="8" fill="hold" grpId="0" nodeType="clickEffect">
                                  <p:stCondLst>
                                    <p:cond delay="0"/>
                                  </p:stCondLst>
                                  <p:childTnLst>
                                    <p:set>
                                      <p:cBhvr>
                                        <p:cTn id="102" dur="1" fill="hold">
                                          <p:stCondLst>
                                            <p:cond delay="0"/>
                                          </p:stCondLst>
                                        </p:cTn>
                                        <p:tgtEl>
                                          <p:spTgt spid="44"/>
                                        </p:tgtEl>
                                        <p:attrNameLst>
                                          <p:attrName>style.visibility</p:attrName>
                                        </p:attrNameLst>
                                      </p:cBhvr>
                                      <p:to>
                                        <p:strVal val="visible"/>
                                      </p:to>
                                    </p:set>
                                    <p:anim calcmode="lin" valueType="num">
                                      <p:cBhvr additive="base">
                                        <p:cTn id="103" dur="2000" fill="hold"/>
                                        <p:tgtEl>
                                          <p:spTgt spid="44"/>
                                        </p:tgtEl>
                                        <p:attrNameLst>
                                          <p:attrName>ppt_x</p:attrName>
                                        </p:attrNameLst>
                                      </p:cBhvr>
                                      <p:tavLst>
                                        <p:tav tm="0">
                                          <p:val>
                                            <p:strVal val="0-#ppt_w/2"/>
                                          </p:val>
                                        </p:tav>
                                        <p:tav tm="100000">
                                          <p:val>
                                            <p:strVal val="#ppt_x"/>
                                          </p:val>
                                        </p:tav>
                                      </p:tavLst>
                                    </p:anim>
                                    <p:anim calcmode="lin" valueType="num">
                                      <p:cBhvr additive="base">
                                        <p:cTn id="104" dur="2000" fill="hold"/>
                                        <p:tgtEl>
                                          <p:spTgt spid="44"/>
                                        </p:tgtEl>
                                        <p:attrNameLst>
                                          <p:attrName>ppt_y</p:attrName>
                                        </p:attrNameLst>
                                      </p:cBhvr>
                                      <p:tavLst>
                                        <p:tav tm="0">
                                          <p:val>
                                            <p:strVal val="#ppt_y"/>
                                          </p:val>
                                        </p:tav>
                                        <p:tav tm="100000">
                                          <p:val>
                                            <p:strVal val="#ppt_y"/>
                                          </p:val>
                                        </p:tav>
                                      </p:tavLst>
                                    </p:anim>
                                  </p:childTnLst>
                                </p:cTn>
                              </p:par>
                            </p:childTnLst>
                          </p:cTn>
                        </p:par>
                      </p:childTnLst>
                    </p:cTn>
                  </p:par>
                  <p:par>
                    <p:cTn id="105" fill="hold">
                      <p:stCondLst>
                        <p:cond delay="indefinite"/>
                      </p:stCondLst>
                      <p:childTnLst>
                        <p:par>
                          <p:cTn id="106" fill="hold">
                            <p:stCondLst>
                              <p:cond delay="0"/>
                            </p:stCondLst>
                            <p:childTnLst>
                              <p:par>
                                <p:cTn id="107" presetID="2" presetClass="entr" presetSubtype="2" fill="hold" grpId="0" nodeType="clickEffect">
                                  <p:stCondLst>
                                    <p:cond delay="0"/>
                                  </p:stCondLst>
                                  <p:childTnLst>
                                    <p:set>
                                      <p:cBhvr>
                                        <p:cTn id="108" dur="1" fill="hold">
                                          <p:stCondLst>
                                            <p:cond delay="0"/>
                                          </p:stCondLst>
                                        </p:cTn>
                                        <p:tgtEl>
                                          <p:spTgt spid="15"/>
                                        </p:tgtEl>
                                        <p:attrNameLst>
                                          <p:attrName>style.visibility</p:attrName>
                                        </p:attrNameLst>
                                      </p:cBhvr>
                                      <p:to>
                                        <p:strVal val="visible"/>
                                      </p:to>
                                    </p:set>
                                    <p:anim calcmode="lin" valueType="num">
                                      <p:cBhvr additive="base">
                                        <p:cTn id="109" dur="2000" fill="hold"/>
                                        <p:tgtEl>
                                          <p:spTgt spid="15"/>
                                        </p:tgtEl>
                                        <p:attrNameLst>
                                          <p:attrName>ppt_x</p:attrName>
                                        </p:attrNameLst>
                                      </p:cBhvr>
                                      <p:tavLst>
                                        <p:tav tm="0">
                                          <p:val>
                                            <p:strVal val="1+#ppt_w/2"/>
                                          </p:val>
                                        </p:tav>
                                        <p:tav tm="100000">
                                          <p:val>
                                            <p:strVal val="#ppt_x"/>
                                          </p:val>
                                        </p:tav>
                                      </p:tavLst>
                                    </p:anim>
                                    <p:anim calcmode="lin" valueType="num">
                                      <p:cBhvr additive="base">
                                        <p:cTn id="110" dur="2000" fill="hold"/>
                                        <p:tgtEl>
                                          <p:spTgt spid="15"/>
                                        </p:tgtEl>
                                        <p:attrNameLst>
                                          <p:attrName>ppt_y</p:attrName>
                                        </p:attrNameLst>
                                      </p:cBhvr>
                                      <p:tavLst>
                                        <p:tav tm="0">
                                          <p:val>
                                            <p:strVal val="#ppt_y"/>
                                          </p:val>
                                        </p:tav>
                                        <p:tav tm="100000">
                                          <p:val>
                                            <p:strVal val="#ppt_y"/>
                                          </p:val>
                                        </p:tav>
                                      </p:tavLst>
                                    </p:anim>
                                  </p:childTnLst>
                                </p:cTn>
                              </p:par>
                              <p:par>
                                <p:cTn id="111" presetID="2" presetClass="entr" presetSubtype="2" fill="hold" grpId="0" nodeType="withEffect">
                                  <p:stCondLst>
                                    <p:cond delay="0"/>
                                  </p:stCondLst>
                                  <p:childTnLst>
                                    <p:set>
                                      <p:cBhvr>
                                        <p:cTn id="112" dur="1" fill="hold">
                                          <p:stCondLst>
                                            <p:cond delay="0"/>
                                          </p:stCondLst>
                                        </p:cTn>
                                        <p:tgtEl>
                                          <p:spTgt spid="14"/>
                                        </p:tgtEl>
                                        <p:attrNameLst>
                                          <p:attrName>style.visibility</p:attrName>
                                        </p:attrNameLst>
                                      </p:cBhvr>
                                      <p:to>
                                        <p:strVal val="visible"/>
                                      </p:to>
                                    </p:set>
                                    <p:anim calcmode="lin" valueType="num">
                                      <p:cBhvr additive="base">
                                        <p:cTn id="113" dur="2000" fill="hold"/>
                                        <p:tgtEl>
                                          <p:spTgt spid="14"/>
                                        </p:tgtEl>
                                        <p:attrNameLst>
                                          <p:attrName>ppt_x</p:attrName>
                                        </p:attrNameLst>
                                      </p:cBhvr>
                                      <p:tavLst>
                                        <p:tav tm="0">
                                          <p:val>
                                            <p:strVal val="1+#ppt_w/2"/>
                                          </p:val>
                                        </p:tav>
                                        <p:tav tm="100000">
                                          <p:val>
                                            <p:strVal val="#ppt_x"/>
                                          </p:val>
                                        </p:tav>
                                      </p:tavLst>
                                    </p:anim>
                                    <p:anim calcmode="lin" valueType="num">
                                      <p:cBhvr additive="base">
                                        <p:cTn id="114" dur="2000" fill="hold"/>
                                        <p:tgtEl>
                                          <p:spTgt spid="14"/>
                                        </p:tgtEl>
                                        <p:attrNameLst>
                                          <p:attrName>ppt_y</p:attrName>
                                        </p:attrNameLst>
                                      </p:cBhvr>
                                      <p:tavLst>
                                        <p:tav tm="0">
                                          <p:val>
                                            <p:strVal val="#ppt_y"/>
                                          </p:val>
                                        </p:tav>
                                        <p:tav tm="100000">
                                          <p:val>
                                            <p:strVal val="#ppt_y"/>
                                          </p:val>
                                        </p:tav>
                                      </p:tavLst>
                                    </p:anim>
                                  </p:childTnLst>
                                </p:cTn>
                              </p:par>
                            </p:childTnLst>
                          </p:cTn>
                        </p:par>
                      </p:childTnLst>
                    </p:cTn>
                  </p:par>
                  <p:par>
                    <p:cTn id="115" fill="hold">
                      <p:stCondLst>
                        <p:cond delay="indefinite"/>
                      </p:stCondLst>
                      <p:childTnLst>
                        <p:par>
                          <p:cTn id="116" fill="hold">
                            <p:stCondLst>
                              <p:cond delay="0"/>
                            </p:stCondLst>
                            <p:childTnLst>
                              <p:par>
                                <p:cTn id="117" presetID="2" presetClass="entr" presetSubtype="8" fill="hold" grpId="0" nodeType="clickEffect">
                                  <p:stCondLst>
                                    <p:cond delay="0"/>
                                  </p:stCondLst>
                                  <p:childTnLst>
                                    <p:set>
                                      <p:cBhvr>
                                        <p:cTn id="118" dur="1" fill="hold">
                                          <p:stCondLst>
                                            <p:cond delay="0"/>
                                          </p:stCondLst>
                                        </p:cTn>
                                        <p:tgtEl>
                                          <p:spTgt spid="48"/>
                                        </p:tgtEl>
                                        <p:attrNameLst>
                                          <p:attrName>style.visibility</p:attrName>
                                        </p:attrNameLst>
                                      </p:cBhvr>
                                      <p:to>
                                        <p:strVal val="visible"/>
                                      </p:to>
                                    </p:set>
                                    <p:anim calcmode="lin" valueType="num">
                                      <p:cBhvr additive="base">
                                        <p:cTn id="119" dur="2000" fill="hold"/>
                                        <p:tgtEl>
                                          <p:spTgt spid="48"/>
                                        </p:tgtEl>
                                        <p:attrNameLst>
                                          <p:attrName>ppt_x</p:attrName>
                                        </p:attrNameLst>
                                      </p:cBhvr>
                                      <p:tavLst>
                                        <p:tav tm="0">
                                          <p:val>
                                            <p:strVal val="0-#ppt_w/2"/>
                                          </p:val>
                                        </p:tav>
                                        <p:tav tm="100000">
                                          <p:val>
                                            <p:strVal val="#ppt_x"/>
                                          </p:val>
                                        </p:tav>
                                      </p:tavLst>
                                    </p:anim>
                                    <p:anim calcmode="lin" valueType="num">
                                      <p:cBhvr additive="base">
                                        <p:cTn id="120" dur="2000" fill="hold"/>
                                        <p:tgtEl>
                                          <p:spTgt spid="48"/>
                                        </p:tgtEl>
                                        <p:attrNameLst>
                                          <p:attrName>ppt_y</p:attrName>
                                        </p:attrNameLst>
                                      </p:cBhvr>
                                      <p:tavLst>
                                        <p:tav tm="0">
                                          <p:val>
                                            <p:strVal val="#ppt_y"/>
                                          </p:val>
                                        </p:tav>
                                        <p:tav tm="100000">
                                          <p:val>
                                            <p:strVal val="#ppt_y"/>
                                          </p:val>
                                        </p:tav>
                                      </p:tavLst>
                                    </p:anim>
                                  </p:childTnLst>
                                </p:cTn>
                              </p:par>
                            </p:childTnLst>
                          </p:cTn>
                        </p:par>
                      </p:childTnLst>
                    </p:cTn>
                  </p:par>
                  <p:par>
                    <p:cTn id="121" fill="hold">
                      <p:stCondLst>
                        <p:cond delay="indefinite"/>
                      </p:stCondLst>
                      <p:childTnLst>
                        <p:par>
                          <p:cTn id="122" fill="hold">
                            <p:stCondLst>
                              <p:cond delay="0"/>
                            </p:stCondLst>
                            <p:childTnLst>
                              <p:par>
                                <p:cTn id="123" presetID="2" presetClass="entr" presetSubtype="8" fill="hold" grpId="0" nodeType="clickEffect">
                                  <p:stCondLst>
                                    <p:cond delay="0"/>
                                  </p:stCondLst>
                                  <p:childTnLst>
                                    <p:set>
                                      <p:cBhvr>
                                        <p:cTn id="124" dur="1" fill="hold">
                                          <p:stCondLst>
                                            <p:cond delay="0"/>
                                          </p:stCondLst>
                                        </p:cTn>
                                        <p:tgtEl>
                                          <p:spTgt spid="35"/>
                                        </p:tgtEl>
                                        <p:attrNameLst>
                                          <p:attrName>style.visibility</p:attrName>
                                        </p:attrNameLst>
                                      </p:cBhvr>
                                      <p:to>
                                        <p:strVal val="visible"/>
                                      </p:to>
                                    </p:set>
                                    <p:anim calcmode="lin" valueType="num">
                                      <p:cBhvr additive="base">
                                        <p:cTn id="125" dur="3000" fill="hold"/>
                                        <p:tgtEl>
                                          <p:spTgt spid="35"/>
                                        </p:tgtEl>
                                        <p:attrNameLst>
                                          <p:attrName>ppt_x</p:attrName>
                                        </p:attrNameLst>
                                      </p:cBhvr>
                                      <p:tavLst>
                                        <p:tav tm="0">
                                          <p:val>
                                            <p:strVal val="0-#ppt_w/2"/>
                                          </p:val>
                                        </p:tav>
                                        <p:tav tm="100000">
                                          <p:val>
                                            <p:strVal val="#ppt_x"/>
                                          </p:val>
                                        </p:tav>
                                      </p:tavLst>
                                    </p:anim>
                                    <p:anim calcmode="lin" valueType="num">
                                      <p:cBhvr additive="base">
                                        <p:cTn id="126" dur="3000" fill="hold"/>
                                        <p:tgtEl>
                                          <p:spTgt spid="35"/>
                                        </p:tgtEl>
                                        <p:attrNameLst>
                                          <p:attrName>ppt_y</p:attrName>
                                        </p:attrNameLst>
                                      </p:cBhvr>
                                      <p:tavLst>
                                        <p:tav tm="0">
                                          <p:val>
                                            <p:strVal val="#ppt_y"/>
                                          </p:val>
                                        </p:tav>
                                        <p:tav tm="100000">
                                          <p:val>
                                            <p:strVal val="#ppt_y"/>
                                          </p:val>
                                        </p:tav>
                                      </p:tavLst>
                                    </p:anim>
                                  </p:childTnLst>
                                </p:cTn>
                              </p:par>
                              <p:par>
                                <p:cTn id="127" presetID="2" presetClass="entr" presetSubtype="4" fill="hold" grpId="0" nodeType="withEffect">
                                  <p:stCondLst>
                                    <p:cond delay="0"/>
                                  </p:stCondLst>
                                  <p:childTnLst>
                                    <p:set>
                                      <p:cBhvr>
                                        <p:cTn id="128" dur="1" fill="hold">
                                          <p:stCondLst>
                                            <p:cond delay="0"/>
                                          </p:stCondLst>
                                        </p:cTn>
                                        <p:tgtEl>
                                          <p:spTgt spid="38"/>
                                        </p:tgtEl>
                                        <p:attrNameLst>
                                          <p:attrName>style.visibility</p:attrName>
                                        </p:attrNameLst>
                                      </p:cBhvr>
                                      <p:to>
                                        <p:strVal val="visible"/>
                                      </p:to>
                                    </p:set>
                                    <p:anim calcmode="lin" valueType="num">
                                      <p:cBhvr additive="base">
                                        <p:cTn id="129" dur="3000" fill="hold"/>
                                        <p:tgtEl>
                                          <p:spTgt spid="38"/>
                                        </p:tgtEl>
                                        <p:attrNameLst>
                                          <p:attrName>ppt_x</p:attrName>
                                        </p:attrNameLst>
                                      </p:cBhvr>
                                      <p:tavLst>
                                        <p:tav tm="0">
                                          <p:val>
                                            <p:strVal val="#ppt_x"/>
                                          </p:val>
                                        </p:tav>
                                        <p:tav tm="100000">
                                          <p:val>
                                            <p:strVal val="#ppt_x"/>
                                          </p:val>
                                        </p:tav>
                                      </p:tavLst>
                                    </p:anim>
                                    <p:anim calcmode="lin" valueType="num">
                                      <p:cBhvr additive="base">
                                        <p:cTn id="130" dur="3000" fill="hold"/>
                                        <p:tgtEl>
                                          <p:spTgt spid="38"/>
                                        </p:tgtEl>
                                        <p:attrNameLst>
                                          <p:attrName>ppt_y</p:attrName>
                                        </p:attrNameLst>
                                      </p:cBhvr>
                                      <p:tavLst>
                                        <p:tav tm="0">
                                          <p:val>
                                            <p:strVal val="1+#ppt_h/2"/>
                                          </p:val>
                                        </p:tav>
                                        <p:tav tm="100000">
                                          <p:val>
                                            <p:strVal val="#ppt_y"/>
                                          </p:val>
                                        </p:tav>
                                      </p:tavLst>
                                    </p:anim>
                                  </p:childTnLst>
                                </p:cTn>
                              </p:par>
                            </p:childTnLst>
                          </p:cTn>
                        </p:par>
                      </p:childTnLst>
                    </p:cTn>
                  </p:par>
                  <p:par>
                    <p:cTn id="131" fill="hold">
                      <p:stCondLst>
                        <p:cond delay="indefinite"/>
                      </p:stCondLst>
                      <p:childTnLst>
                        <p:par>
                          <p:cTn id="132" fill="hold">
                            <p:stCondLst>
                              <p:cond delay="0"/>
                            </p:stCondLst>
                            <p:childTnLst>
                              <p:par>
                                <p:cTn id="133" presetID="2" presetClass="entr" presetSubtype="8" fill="hold" grpId="0" nodeType="clickEffect">
                                  <p:stCondLst>
                                    <p:cond delay="0"/>
                                  </p:stCondLst>
                                  <p:childTnLst>
                                    <p:set>
                                      <p:cBhvr>
                                        <p:cTn id="134" dur="1" fill="hold">
                                          <p:stCondLst>
                                            <p:cond delay="0"/>
                                          </p:stCondLst>
                                        </p:cTn>
                                        <p:tgtEl>
                                          <p:spTgt spid="45"/>
                                        </p:tgtEl>
                                        <p:attrNameLst>
                                          <p:attrName>style.visibility</p:attrName>
                                        </p:attrNameLst>
                                      </p:cBhvr>
                                      <p:to>
                                        <p:strVal val="visible"/>
                                      </p:to>
                                    </p:set>
                                    <p:anim calcmode="lin" valueType="num">
                                      <p:cBhvr additive="base">
                                        <p:cTn id="135" dur="3000" fill="hold"/>
                                        <p:tgtEl>
                                          <p:spTgt spid="45"/>
                                        </p:tgtEl>
                                        <p:attrNameLst>
                                          <p:attrName>ppt_x</p:attrName>
                                        </p:attrNameLst>
                                      </p:cBhvr>
                                      <p:tavLst>
                                        <p:tav tm="0">
                                          <p:val>
                                            <p:strVal val="0-#ppt_w/2"/>
                                          </p:val>
                                        </p:tav>
                                        <p:tav tm="100000">
                                          <p:val>
                                            <p:strVal val="#ppt_x"/>
                                          </p:val>
                                        </p:tav>
                                      </p:tavLst>
                                    </p:anim>
                                    <p:anim calcmode="lin" valueType="num">
                                      <p:cBhvr additive="base">
                                        <p:cTn id="136" dur="3000" fill="hold"/>
                                        <p:tgtEl>
                                          <p:spTgt spid="45"/>
                                        </p:tgtEl>
                                        <p:attrNameLst>
                                          <p:attrName>ppt_y</p:attrName>
                                        </p:attrNameLst>
                                      </p:cBhvr>
                                      <p:tavLst>
                                        <p:tav tm="0">
                                          <p:val>
                                            <p:strVal val="#ppt_y"/>
                                          </p:val>
                                        </p:tav>
                                        <p:tav tm="100000">
                                          <p:val>
                                            <p:strVal val="#ppt_y"/>
                                          </p:val>
                                        </p:tav>
                                      </p:tavLst>
                                    </p:anim>
                                  </p:childTnLst>
                                </p:cTn>
                              </p:par>
                            </p:childTnLst>
                          </p:cTn>
                        </p:par>
                      </p:childTnLst>
                    </p:cTn>
                  </p:par>
                  <p:par>
                    <p:cTn id="137" fill="hold">
                      <p:stCondLst>
                        <p:cond delay="indefinite"/>
                      </p:stCondLst>
                      <p:childTnLst>
                        <p:par>
                          <p:cTn id="138" fill="hold">
                            <p:stCondLst>
                              <p:cond delay="0"/>
                            </p:stCondLst>
                            <p:childTnLst>
                              <p:par>
                                <p:cTn id="139" presetID="2" presetClass="entr" presetSubtype="8" fill="hold" grpId="0" nodeType="clickEffect">
                                  <p:stCondLst>
                                    <p:cond delay="0"/>
                                  </p:stCondLst>
                                  <p:childTnLst>
                                    <p:set>
                                      <p:cBhvr>
                                        <p:cTn id="140" dur="1" fill="hold">
                                          <p:stCondLst>
                                            <p:cond delay="0"/>
                                          </p:stCondLst>
                                        </p:cTn>
                                        <p:tgtEl>
                                          <p:spTgt spid="46"/>
                                        </p:tgtEl>
                                        <p:attrNameLst>
                                          <p:attrName>style.visibility</p:attrName>
                                        </p:attrNameLst>
                                      </p:cBhvr>
                                      <p:to>
                                        <p:strVal val="visible"/>
                                      </p:to>
                                    </p:set>
                                    <p:anim calcmode="lin" valueType="num">
                                      <p:cBhvr additive="base">
                                        <p:cTn id="141" dur="3000" fill="hold"/>
                                        <p:tgtEl>
                                          <p:spTgt spid="46"/>
                                        </p:tgtEl>
                                        <p:attrNameLst>
                                          <p:attrName>ppt_x</p:attrName>
                                        </p:attrNameLst>
                                      </p:cBhvr>
                                      <p:tavLst>
                                        <p:tav tm="0">
                                          <p:val>
                                            <p:strVal val="0-#ppt_w/2"/>
                                          </p:val>
                                        </p:tav>
                                        <p:tav tm="100000">
                                          <p:val>
                                            <p:strVal val="#ppt_x"/>
                                          </p:val>
                                        </p:tav>
                                      </p:tavLst>
                                    </p:anim>
                                    <p:anim calcmode="lin" valueType="num">
                                      <p:cBhvr additive="base">
                                        <p:cTn id="142" dur="3000" fill="hold"/>
                                        <p:tgtEl>
                                          <p:spTgt spid="46"/>
                                        </p:tgtEl>
                                        <p:attrNameLst>
                                          <p:attrName>ppt_y</p:attrName>
                                        </p:attrNameLst>
                                      </p:cBhvr>
                                      <p:tavLst>
                                        <p:tav tm="0">
                                          <p:val>
                                            <p:strVal val="#ppt_y"/>
                                          </p:val>
                                        </p:tav>
                                        <p:tav tm="100000">
                                          <p:val>
                                            <p:strVal val="#ppt_y"/>
                                          </p:val>
                                        </p:tav>
                                      </p:tavLst>
                                    </p:anim>
                                  </p:childTnLst>
                                </p:cTn>
                              </p:par>
                            </p:childTnLst>
                          </p:cTn>
                        </p:par>
                      </p:childTnLst>
                    </p:cTn>
                  </p:par>
                  <p:par>
                    <p:cTn id="143" fill="hold">
                      <p:stCondLst>
                        <p:cond delay="indefinite"/>
                      </p:stCondLst>
                      <p:childTnLst>
                        <p:par>
                          <p:cTn id="144" fill="hold">
                            <p:stCondLst>
                              <p:cond delay="0"/>
                            </p:stCondLst>
                            <p:childTnLst>
                              <p:par>
                                <p:cTn id="145" presetID="2" presetClass="entr" presetSubtype="4" fill="hold" grpId="0" nodeType="clickEffect">
                                  <p:stCondLst>
                                    <p:cond delay="0"/>
                                  </p:stCondLst>
                                  <p:childTnLst>
                                    <p:set>
                                      <p:cBhvr>
                                        <p:cTn id="146" dur="1" fill="hold">
                                          <p:stCondLst>
                                            <p:cond delay="0"/>
                                          </p:stCondLst>
                                        </p:cTn>
                                        <p:tgtEl>
                                          <p:spTgt spid="39"/>
                                        </p:tgtEl>
                                        <p:attrNameLst>
                                          <p:attrName>style.visibility</p:attrName>
                                        </p:attrNameLst>
                                      </p:cBhvr>
                                      <p:to>
                                        <p:strVal val="visible"/>
                                      </p:to>
                                    </p:set>
                                    <p:anim calcmode="lin" valueType="num">
                                      <p:cBhvr additive="base">
                                        <p:cTn id="147" dur="3000" fill="hold"/>
                                        <p:tgtEl>
                                          <p:spTgt spid="39"/>
                                        </p:tgtEl>
                                        <p:attrNameLst>
                                          <p:attrName>ppt_x</p:attrName>
                                        </p:attrNameLst>
                                      </p:cBhvr>
                                      <p:tavLst>
                                        <p:tav tm="0">
                                          <p:val>
                                            <p:strVal val="#ppt_x"/>
                                          </p:val>
                                        </p:tav>
                                        <p:tav tm="100000">
                                          <p:val>
                                            <p:strVal val="#ppt_x"/>
                                          </p:val>
                                        </p:tav>
                                      </p:tavLst>
                                    </p:anim>
                                    <p:anim calcmode="lin" valueType="num">
                                      <p:cBhvr additive="base">
                                        <p:cTn id="148" dur="3000" fill="hold"/>
                                        <p:tgtEl>
                                          <p:spTgt spid="39"/>
                                        </p:tgtEl>
                                        <p:attrNameLst>
                                          <p:attrName>ppt_y</p:attrName>
                                        </p:attrNameLst>
                                      </p:cBhvr>
                                      <p:tavLst>
                                        <p:tav tm="0">
                                          <p:val>
                                            <p:strVal val="1+#ppt_h/2"/>
                                          </p:val>
                                        </p:tav>
                                        <p:tav tm="100000">
                                          <p:val>
                                            <p:strVal val="#ppt_y"/>
                                          </p:val>
                                        </p:tav>
                                      </p:tavLst>
                                    </p:anim>
                                  </p:childTnLst>
                                </p:cTn>
                              </p:par>
                            </p:childTnLst>
                          </p:cTn>
                        </p:par>
                      </p:childTnLst>
                    </p:cTn>
                  </p:par>
                  <p:par>
                    <p:cTn id="149" fill="hold">
                      <p:stCondLst>
                        <p:cond delay="indefinite"/>
                      </p:stCondLst>
                      <p:childTnLst>
                        <p:par>
                          <p:cTn id="150" fill="hold">
                            <p:stCondLst>
                              <p:cond delay="0"/>
                            </p:stCondLst>
                            <p:childTnLst>
                              <p:par>
                                <p:cTn id="151" presetID="22" presetClass="entr" presetSubtype="8" fill="hold" grpId="0" nodeType="clickEffect">
                                  <p:stCondLst>
                                    <p:cond delay="0"/>
                                  </p:stCondLst>
                                  <p:childTnLst>
                                    <p:set>
                                      <p:cBhvr>
                                        <p:cTn id="152" dur="1" fill="hold">
                                          <p:stCondLst>
                                            <p:cond delay="0"/>
                                          </p:stCondLst>
                                        </p:cTn>
                                        <p:tgtEl>
                                          <p:spTgt spid="49"/>
                                        </p:tgtEl>
                                        <p:attrNameLst>
                                          <p:attrName>style.visibility</p:attrName>
                                        </p:attrNameLst>
                                      </p:cBhvr>
                                      <p:to>
                                        <p:strVal val="visible"/>
                                      </p:to>
                                    </p:set>
                                    <p:animEffect transition="in" filter="wipe(left)">
                                      <p:cBhvr>
                                        <p:cTn id="153" dur="3000"/>
                                        <p:tgtEl>
                                          <p:spTgt spid="49"/>
                                        </p:tgtEl>
                                      </p:cBhvr>
                                    </p:animEffect>
                                  </p:childTnLst>
                                </p:cTn>
                              </p:par>
                              <p:par>
                                <p:cTn id="154" presetID="22" presetClass="entr" presetSubtype="8" fill="hold" nodeType="withEffect">
                                  <p:stCondLst>
                                    <p:cond delay="0"/>
                                  </p:stCondLst>
                                  <p:childTnLst>
                                    <p:set>
                                      <p:cBhvr>
                                        <p:cTn id="155" dur="1" fill="hold">
                                          <p:stCondLst>
                                            <p:cond delay="0"/>
                                          </p:stCondLst>
                                        </p:cTn>
                                        <p:tgtEl>
                                          <p:spTgt spid="50"/>
                                        </p:tgtEl>
                                        <p:attrNameLst>
                                          <p:attrName>style.visibility</p:attrName>
                                        </p:attrNameLst>
                                      </p:cBhvr>
                                      <p:to>
                                        <p:strVal val="visible"/>
                                      </p:to>
                                    </p:set>
                                    <p:animEffect transition="in" filter="wipe(left)">
                                      <p:cBhvr>
                                        <p:cTn id="156" dur="30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15" grpId="0"/>
      <p:bldP spid="16" grpId="0"/>
      <p:bldP spid="17" grpId="0"/>
      <p:bldP spid="18" grpId="0"/>
      <p:bldP spid="20" grpId="0"/>
      <p:bldP spid="21" grpId="0"/>
      <p:bldP spid="23" grpId="0"/>
      <p:bldP spid="24" grpId="0"/>
      <p:bldP spid="25" grpId="0"/>
      <p:bldP spid="25" grpId="1"/>
      <p:bldP spid="26" grpId="0"/>
      <p:bldP spid="29" grpId="0"/>
      <p:bldP spid="30" grpId="0"/>
      <p:bldP spid="31" grpId="0"/>
      <p:bldP spid="32" grpId="0"/>
      <p:bldP spid="33" grpId="0"/>
      <p:bldP spid="35" grpId="0"/>
      <p:bldP spid="38" grpId="0"/>
      <p:bldP spid="39" grpId="0"/>
      <p:bldP spid="42" grpId="0"/>
      <p:bldP spid="44" grpId="0"/>
      <p:bldP spid="45" grpId="0"/>
      <p:bldP spid="46" grpId="0"/>
      <p:bldP spid="47" grpId="0"/>
      <p:bldP spid="48" grpId="0"/>
      <p:bldP spid="49"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hlinkHover r:id="rId3" action="ppaction://hlinksldjump"/>
          </p:cNvPr>
          <p:cNvSpPr/>
          <p:nvPr/>
        </p:nvSpPr>
        <p:spPr>
          <a:xfrm>
            <a:off x="0" y="0"/>
            <a:ext cx="8153400"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ounded Rectangle 11">
            <a:hlinkHover r:id="rId3" action="ppaction://hlinksldjump"/>
          </p:cNvPr>
          <p:cNvSpPr/>
          <p:nvPr/>
        </p:nvSpPr>
        <p:spPr>
          <a:xfrm>
            <a:off x="914400" y="152400"/>
            <a:ext cx="6400800" cy="990600"/>
          </a:xfrm>
          <a:prstGeom prst="round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5" name="Object 4"/>
          <p:cNvGraphicFramePr>
            <a:graphicFrameLocks noChangeAspect="1"/>
          </p:cNvGraphicFramePr>
          <p:nvPr/>
        </p:nvGraphicFramePr>
        <p:xfrm>
          <a:off x="880533" y="304800"/>
          <a:ext cx="6434667" cy="609600"/>
        </p:xfrm>
        <a:graphic>
          <a:graphicData uri="http://schemas.openxmlformats.org/presentationml/2006/ole">
            <p:oleObj spid="_x0000_s19458" name="Equation" r:id="rId4" imgW="2412720" imgH="228600" progId="Equation.3">
              <p:embed/>
            </p:oleObj>
          </a:graphicData>
        </a:graphic>
      </p:graphicFrame>
      <p:graphicFrame>
        <p:nvGraphicFramePr>
          <p:cNvPr id="7" name="Table 6"/>
          <p:cNvGraphicFramePr>
            <a:graphicFrameLocks noGrp="1"/>
          </p:cNvGraphicFramePr>
          <p:nvPr/>
        </p:nvGraphicFramePr>
        <p:xfrm>
          <a:off x="1066800" y="1295400"/>
          <a:ext cx="6096000" cy="1854200"/>
        </p:xfrm>
        <a:graphic>
          <a:graphicData uri="http://schemas.openxmlformats.org/drawingml/2006/table">
            <a:tbl>
              <a:tblPr firstRow="1" bandRow="1">
                <a:tableStyleId>{5C22544A-7EE6-4342-B048-85BDC9FD1C3A}</a:tableStyleId>
              </a:tblPr>
              <a:tblGrid>
                <a:gridCol w="2032000"/>
                <a:gridCol w="2032000"/>
                <a:gridCol w="2032000"/>
              </a:tblGrid>
              <a:tr h="370840">
                <a:tc>
                  <a:txBody>
                    <a:bodyPr/>
                    <a:lstStyle/>
                    <a:p>
                      <a:r>
                        <a:rPr lang="en-IN" dirty="0" smtClean="0"/>
                        <a:t>Compounds</a:t>
                      </a:r>
                      <a:endParaRPr lang="en-US" dirty="0"/>
                    </a:p>
                  </a:txBody>
                  <a:tcPr/>
                </a:tc>
                <a:tc>
                  <a:txBody>
                    <a:bodyPr/>
                    <a:lstStyle/>
                    <a:p>
                      <a:r>
                        <a:rPr lang="en-IN" dirty="0" smtClean="0"/>
                        <a:t>Left Side</a:t>
                      </a:r>
                      <a:endParaRPr lang="en-US" dirty="0"/>
                    </a:p>
                  </a:txBody>
                  <a:tcPr/>
                </a:tc>
                <a:tc>
                  <a:txBody>
                    <a:bodyPr/>
                    <a:lstStyle/>
                    <a:p>
                      <a:r>
                        <a:rPr lang="en-IN" dirty="0" smtClean="0"/>
                        <a:t>Right Side</a:t>
                      </a:r>
                      <a:endParaRPr lang="en-US" dirty="0"/>
                    </a:p>
                  </a:txBody>
                  <a:tcPr/>
                </a:tc>
              </a:tr>
              <a:tr h="370840">
                <a:tc>
                  <a:txBody>
                    <a:bodyPr/>
                    <a:lstStyle/>
                    <a:p>
                      <a:r>
                        <a:rPr lang="en-IN" dirty="0" smtClean="0"/>
                        <a:t>Na</a:t>
                      </a:r>
                      <a:endParaRPr lang="en-US" dirty="0"/>
                    </a:p>
                  </a:txBody>
                  <a:tcPr/>
                </a:tc>
                <a:tc>
                  <a:txBody>
                    <a:bodyPr/>
                    <a:lstStyle/>
                    <a:p>
                      <a:r>
                        <a:rPr lang="en-IN" dirty="0" smtClean="0"/>
                        <a:t>1</a:t>
                      </a:r>
                      <a:endParaRPr lang="en-US" dirty="0"/>
                    </a:p>
                  </a:txBody>
                  <a:tcPr/>
                </a:tc>
                <a:tc>
                  <a:txBody>
                    <a:bodyPr/>
                    <a:lstStyle/>
                    <a:p>
                      <a:r>
                        <a:rPr lang="en-IN" dirty="0" smtClean="0"/>
                        <a:t>2</a:t>
                      </a:r>
                      <a:endParaRPr lang="en-US" dirty="0"/>
                    </a:p>
                  </a:txBody>
                  <a:tcPr/>
                </a:tc>
              </a:tr>
              <a:tr h="370840">
                <a:tc>
                  <a:txBody>
                    <a:bodyPr/>
                    <a:lstStyle/>
                    <a:p>
                      <a:r>
                        <a:rPr lang="en-IN" dirty="0" smtClean="0"/>
                        <a:t>S</a:t>
                      </a:r>
                      <a:endParaRPr lang="en-US" dirty="0"/>
                    </a:p>
                  </a:txBody>
                  <a:tcPr/>
                </a:tc>
                <a:tc>
                  <a:txBody>
                    <a:bodyPr/>
                    <a:lstStyle/>
                    <a:p>
                      <a:r>
                        <a:rPr lang="en-IN" dirty="0" smtClean="0"/>
                        <a:t>1</a:t>
                      </a:r>
                      <a:endParaRPr lang="en-US" dirty="0"/>
                    </a:p>
                  </a:txBody>
                  <a:tcPr/>
                </a:tc>
                <a:tc>
                  <a:txBody>
                    <a:bodyPr/>
                    <a:lstStyle/>
                    <a:p>
                      <a:r>
                        <a:rPr lang="en-IN" dirty="0" smtClean="0"/>
                        <a:t>1</a:t>
                      </a:r>
                      <a:endParaRPr lang="en-US" dirty="0"/>
                    </a:p>
                  </a:txBody>
                  <a:tcPr/>
                </a:tc>
              </a:tr>
              <a:tr h="370840">
                <a:tc>
                  <a:txBody>
                    <a:bodyPr/>
                    <a:lstStyle/>
                    <a:p>
                      <a:r>
                        <a:rPr lang="en-IN" dirty="0" smtClean="0"/>
                        <a:t>O</a:t>
                      </a:r>
                      <a:endParaRPr lang="en-US" dirty="0"/>
                    </a:p>
                  </a:txBody>
                  <a:tcPr/>
                </a:tc>
                <a:tc>
                  <a:txBody>
                    <a:bodyPr/>
                    <a:lstStyle/>
                    <a:p>
                      <a:r>
                        <a:rPr lang="en-IN" dirty="0" smtClean="0"/>
                        <a:t>1+4=5</a:t>
                      </a:r>
                      <a:endParaRPr lang="en-US" dirty="0"/>
                    </a:p>
                  </a:txBody>
                  <a:tcPr/>
                </a:tc>
                <a:tc>
                  <a:txBody>
                    <a:bodyPr/>
                    <a:lstStyle/>
                    <a:p>
                      <a:r>
                        <a:rPr lang="en-IN" dirty="0" smtClean="0"/>
                        <a:t>4+1=5</a:t>
                      </a:r>
                      <a:endParaRPr lang="en-US" dirty="0"/>
                    </a:p>
                  </a:txBody>
                  <a:tcPr/>
                </a:tc>
              </a:tr>
              <a:tr h="370840">
                <a:tc>
                  <a:txBody>
                    <a:bodyPr/>
                    <a:lstStyle/>
                    <a:p>
                      <a:r>
                        <a:rPr lang="en-IN" dirty="0" smtClean="0"/>
                        <a:t>H</a:t>
                      </a:r>
                      <a:endParaRPr lang="en-US" dirty="0"/>
                    </a:p>
                  </a:txBody>
                  <a:tcPr/>
                </a:tc>
                <a:tc>
                  <a:txBody>
                    <a:bodyPr/>
                    <a:lstStyle/>
                    <a:p>
                      <a:r>
                        <a:rPr lang="en-IN" dirty="0" smtClean="0"/>
                        <a:t>1 + 2=3</a:t>
                      </a:r>
                      <a:endParaRPr lang="en-US" dirty="0"/>
                    </a:p>
                  </a:txBody>
                  <a:tcPr/>
                </a:tc>
                <a:tc>
                  <a:txBody>
                    <a:bodyPr/>
                    <a:lstStyle/>
                    <a:p>
                      <a:r>
                        <a:rPr lang="en-IN" dirty="0" smtClean="0"/>
                        <a:t>2</a:t>
                      </a:r>
                      <a:endParaRPr lang="en-US" dirty="0"/>
                    </a:p>
                  </a:txBody>
                  <a:tcPr/>
                </a:tc>
              </a:tr>
            </a:tbl>
          </a:graphicData>
        </a:graphic>
      </p:graphicFrame>
      <p:graphicFrame>
        <p:nvGraphicFramePr>
          <p:cNvPr id="8" name="Table 7"/>
          <p:cNvGraphicFramePr>
            <a:graphicFrameLocks noGrp="1"/>
          </p:cNvGraphicFramePr>
          <p:nvPr/>
        </p:nvGraphicFramePr>
        <p:xfrm>
          <a:off x="1066800" y="3276600"/>
          <a:ext cx="6096000" cy="2123440"/>
        </p:xfrm>
        <a:graphic>
          <a:graphicData uri="http://schemas.openxmlformats.org/drawingml/2006/table">
            <a:tbl>
              <a:tblPr firstRow="1" bandRow="1">
                <a:tableStyleId>{5C22544A-7EE6-4342-B048-85BDC9FD1C3A}</a:tableStyleId>
              </a:tblPr>
              <a:tblGrid>
                <a:gridCol w="2032000"/>
                <a:gridCol w="2032000"/>
                <a:gridCol w="2032000"/>
              </a:tblGrid>
              <a:tr h="370840">
                <a:tc>
                  <a:txBody>
                    <a:bodyPr/>
                    <a:lstStyle/>
                    <a:p>
                      <a:r>
                        <a:rPr lang="en-IN" dirty="0" smtClean="0"/>
                        <a:t>Compounds</a:t>
                      </a:r>
                      <a:endParaRPr lang="en-US" dirty="0"/>
                    </a:p>
                  </a:txBody>
                  <a:tcPr/>
                </a:tc>
                <a:tc>
                  <a:txBody>
                    <a:bodyPr/>
                    <a:lstStyle/>
                    <a:p>
                      <a:r>
                        <a:rPr lang="en-IN" dirty="0" smtClean="0"/>
                        <a:t>Left Side Add/Del</a:t>
                      </a:r>
                      <a:endParaRPr lang="en-US" dirty="0"/>
                    </a:p>
                  </a:txBody>
                  <a:tcPr/>
                </a:tc>
                <a:tc>
                  <a:txBody>
                    <a:bodyPr/>
                    <a:lstStyle/>
                    <a:p>
                      <a:r>
                        <a:rPr lang="en-IN" dirty="0" smtClean="0"/>
                        <a:t>Right Side Add/Del</a:t>
                      </a:r>
                      <a:endParaRPr lang="en-US" dirty="0"/>
                    </a:p>
                  </a:txBody>
                  <a:tcPr/>
                </a:tc>
              </a:tr>
              <a:tr h="370840">
                <a:tc>
                  <a:txBody>
                    <a:bodyPr/>
                    <a:lstStyle/>
                    <a:p>
                      <a:r>
                        <a:rPr lang="en-IN" dirty="0" smtClean="0"/>
                        <a:t>Na</a:t>
                      </a:r>
                      <a:endParaRPr lang="en-US" dirty="0"/>
                    </a:p>
                  </a:txBody>
                  <a:tcPr/>
                </a:tc>
                <a:tc>
                  <a:txBody>
                    <a:bodyPr/>
                    <a:lstStyle/>
                    <a:p>
                      <a:r>
                        <a:rPr lang="en-IN" dirty="0" smtClean="0"/>
                        <a:t>1x2=2</a:t>
                      </a:r>
                      <a:endParaRPr lang="en-US" dirty="0"/>
                    </a:p>
                  </a:txBody>
                  <a:tcPr/>
                </a:tc>
                <a:tc>
                  <a:txBody>
                    <a:bodyPr/>
                    <a:lstStyle/>
                    <a:p>
                      <a:r>
                        <a:rPr lang="en-IN" dirty="0" smtClean="0"/>
                        <a:t>2</a:t>
                      </a:r>
                      <a:endParaRPr lang="en-US" dirty="0"/>
                    </a:p>
                  </a:txBody>
                  <a:tcPr/>
                </a:tc>
              </a:tr>
              <a:tr h="370840">
                <a:tc>
                  <a:txBody>
                    <a:bodyPr/>
                    <a:lstStyle/>
                    <a:p>
                      <a:r>
                        <a:rPr lang="en-IN" dirty="0" smtClean="0"/>
                        <a:t>S</a:t>
                      </a:r>
                      <a:endParaRPr lang="en-US" dirty="0"/>
                    </a:p>
                  </a:txBody>
                  <a:tcPr/>
                </a:tc>
                <a:tc>
                  <a:txBody>
                    <a:bodyPr/>
                    <a:lstStyle/>
                    <a:p>
                      <a:r>
                        <a:rPr lang="en-IN" dirty="0" smtClean="0"/>
                        <a:t>1 </a:t>
                      </a:r>
                      <a:endParaRPr lang="en-US" dirty="0"/>
                    </a:p>
                  </a:txBody>
                  <a:tcPr/>
                </a:tc>
                <a:tc>
                  <a:txBody>
                    <a:bodyPr/>
                    <a:lstStyle/>
                    <a:p>
                      <a:r>
                        <a:rPr lang="en-IN" dirty="0" smtClean="0"/>
                        <a:t>1</a:t>
                      </a:r>
                      <a:endParaRPr lang="en-US" dirty="0"/>
                    </a:p>
                  </a:txBody>
                  <a:tcPr/>
                </a:tc>
              </a:tr>
              <a:tr h="370840">
                <a:tc>
                  <a:txBody>
                    <a:bodyPr/>
                    <a:lstStyle/>
                    <a:p>
                      <a:r>
                        <a:rPr lang="en-IN" dirty="0" smtClean="0"/>
                        <a:t>O</a:t>
                      </a:r>
                      <a:endParaRPr lang="en-US" dirty="0"/>
                    </a:p>
                  </a:txBody>
                  <a:tcPr/>
                </a:tc>
                <a:tc>
                  <a:txBody>
                    <a:bodyPr/>
                    <a:lstStyle/>
                    <a:p>
                      <a:r>
                        <a:rPr lang="en-IN" dirty="0" smtClean="0"/>
                        <a:t>1x2+4=6</a:t>
                      </a:r>
                      <a:endParaRPr lang="en-US" dirty="0"/>
                    </a:p>
                  </a:txBody>
                  <a:tcPr/>
                </a:tc>
                <a:tc>
                  <a:txBody>
                    <a:bodyPr/>
                    <a:lstStyle/>
                    <a:p>
                      <a:r>
                        <a:rPr lang="en-IN" dirty="0" smtClean="0"/>
                        <a:t>4+1x2=6</a:t>
                      </a:r>
                      <a:endParaRPr lang="en-US" dirty="0"/>
                    </a:p>
                  </a:txBody>
                  <a:tcPr/>
                </a:tc>
              </a:tr>
              <a:tr h="370840">
                <a:tc>
                  <a:txBody>
                    <a:bodyPr/>
                    <a:lstStyle/>
                    <a:p>
                      <a:r>
                        <a:rPr lang="en-IN" dirty="0" smtClean="0"/>
                        <a:t>H</a:t>
                      </a:r>
                      <a:endParaRPr lang="en-US" dirty="0"/>
                    </a:p>
                  </a:txBody>
                  <a:tcPr/>
                </a:tc>
                <a:tc>
                  <a:txBody>
                    <a:bodyPr/>
                    <a:lstStyle/>
                    <a:p>
                      <a:r>
                        <a:rPr lang="en-IN" dirty="0" smtClean="0"/>
                        <a:t>1x2 + 2=4</a:t>
                      </a:r>
                      <a:endParaRPr lang="en-US" dirty="0"/>
                    </a:p>
                  </a:txBody>
                  <a:tcPr/>
                </a:tc>
                <a:tc>
                  <a:txBody>
                    <a:bodyPr/>
                    <a:lstStyle/>
                    <a:p>
                      <a:r>
                        <a:rPr lang="en-IN" dirty="0" smtClean="0"/>
                        <a:t>2x2=4</a:t>
                      </a:r>
                      <a:endParaRPr lang="en-US" dirty="0"/>
                    </a:p>
                  </a:txBody>
                  <a:tcPr/>
                </a:tc>
              </a:tr>
            </a:tbl>
          </a:graphicData>
        </a:graphic>
      </p:graphicFrame>
      <p:sp>
        <p:nvSpPr>
          <p:cNvPr id="13" name="Rounded Rectangle 12">
            <a:hlinkHover r:id="rId3" action="ppaction://hlinksldjump"/>
          </p:cNvPr>
          <p:cNvSpPr/>
          <p:nvPr/>
        </p:nvSpPr>
        <p:spPr>
          <a:xfrm>
            <a:off x="762000" y="152400"/>
            <a:ext cx="6629400" cy="990600"/>
          </a:xfrm>
          <a:prstGeom prst="round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14" name="Object 5"/>
          <p:cNvGraphicFramePr>
            <a:graphicFrameLocks noChangeAspect="1"/>
          </p:cNvGraphicFramePr>
          <p:nvPr/>
        </p:nvGraphicFramePr>
        <p:xfrm>
          <a:off x="838200" y="304800"/>
          <a:ext cx="6477000" cy="678180"/>
        </p:xfrm>
        <a:graphic>
          <a:graphicData uri="http://schemas.openxmlformats.org/presentationml/2006/ole">
            <p:oleObj spid="_x0000_s19460" name="Equation" r:id="rId5" imgW="2158920" imgH="215640" progId="Equation.3">
              <p:embed/>
            </p:oleObj>
          </a:graphicData>
        </a:graphic>
      </p:graphicFrame>
      <p:sp>
        <p:nvSpPr>
          <p:cNvPr id="15" name="Rounded Rectangle 14">
            <a:hlinkHover r:id="rId3" action="ppaction://hlinksldjump"/>
          </p:cNvPr>
          <p:cNvSpPr/>
          <p:nvPr/>
        </p:nvSpPr>
        <p:spPr>
          <a:xfrm>
            <a:off x="914400" y="5562600"/>
            <a:ext cx="6629400" cy="990600"/>
          </a:xfrm>
          <a:prstGeom prst="round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16" name="Object 5"/>
          <p:cNvGraphicFramePr>
            <a:graphicFrameLocks noChangeAspect="1"/>
          </p:cNvGraphicFramePr>
          <p:nvPr/>
        </p:nvGraphicFramePr>
        <p:xfrm>
          <a:off x="742950" y="5715000"/>
          <a:ext cx="6972300" cy="677863"/>
        </p:xfrm>
        <a:graphic>
          <a:graphicData uri="http://schemas.openxmlformats.org/presentationml/2006/ole">
            <p:oleObj spid="_x0000_s19461" name="Equation" r:id="rId6" imgW="2323800" imgH="215640" progId="Equation.3">
              <p:embed/>
            </p:oleObj>
          </a:graphicData>
        </a:graphic>
      </p:graphicFrame>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left)">
                                      <p:cBhvr>
                                        <p:cTn id="7" dur="3000"/>
                                        <p:tgtEl>
                                          <p:spTgt spid="15"/>
                                        </p:tgtEl>
                                      </p:cBhvr>
                                    </p:animEffect>
                                  </p:childTnLst>
                                </p:cTn>
                              </p:par>
                              <p:par>
                                <p:cTn id="8" presetID="22" presetClass="entr" presetSubtype="8" fill="hold"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wipe(left)">
                                      <p:cBhvr>
                                        <p:cTn id="10" dur="30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hlinkHover r:id="rId3" action="ppaction://hlinksldjump"/>
          </p:cNvPr>
          <p:cNvSpPr/>
          <p:nvPr/>
        </p:nvSpPr>
        <p:spPr>
          <a:xfrm>
            <a:off x="0" y="-152400"/>
            <a:ext cx="8153400" cy="6858000"/>
          </a:xfrm>
          <a:prstGeom prst="rect">
            <a:avLst/>
          </a:prstGeom>
          <a:solidFill>
            <a:schemeClr val="accent4">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endParaRPr lang="en-US" b="1">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sp>
        <p:nvSpPr>
          <p:cNvPr id="12" name="Rounded Rectangle 11">
            <a:hlinkHover r:id="rId3" action="ppaction://hlinksldjump"/>
          </p:cNvPr>
          <p:cNvSpPr/>
          <p:nvPr/>
        </p:nvSpPr>
        <p:spPr>
          <a:xfrm>
            <a:off x="762000" y="152400"/>
            <a:ext cx="6629400" cy="990600"/>
          </a:xfrm>
          <a:prstGeom prst="round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p:cNvSpPr/>
          <p:nvPr/>
        </p:nvSpPr>
        <p:spPr>
          <a:xfrm>
            <a:off x="3000048" y="3810000"/>
            <a:ext cx="657552" cy="923330"/>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IN" sz="5400" b="1"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H</a:t>
            </a:r>
            <a:endParaRPr lang="en-US" sz="540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sp>
        <p:nvSpPr>
          <p:cNvPr id="14" name="Rectangle 13"/>
          <p:cNvSpPr/>
          <p:nvPr/>
        </p:nvSpPr>
        <p:spPr>
          <a:xfrm>
            <a:off x="4724400" y="3801070"/>
            <a:ext cx="657552" cy="923330"/>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IN" sz="5400" b="1"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H</a:t>
            </a:r>
            <a:endParaRPr lang="en-US" sz="540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sp>
        <p:nvSpPr>
          <p:cNvPr id="15" name="Rectangle 14"/>
          <p:cNvSpPr/>
          <p:nvPr/>
        </p:nvSpPr>
        <p:spPr>
          <a:xfrm>
            <a:off x="5286048" y="3810000"/>
            <a:ext cx="657552" cy="923330"/>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IN" sz="5400" b="1"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H</a:t>
            </a:r>
            <a:endParaRPr lang="en-US" sz="540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sp>
        <p:nvSpPr>
          <p:cNvPr id="16" name="Rectangle 15"/>
          <p:cNvSpPr/>
          <p:nvPr/>
        </p:nvSpPr>
        <p:spPr>
          <a:xfrm>
            <a:off x="2604850" y="1371600"/>
            <a:ext cx="953724" cy="923330"/>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sz="5400" b="1" cap="none" spc="0"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Fe</a:t>
            </a:r>
            <a:endParaRPr lang="en-US" sz="54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sp>
        <p:nvSpPr>
          <p:cNvPr id="17" name="Rectangle 16"/>
          <p:cNvSpPr/>
          <p:nvPr/>
        </p:nvSpPr>
        <p:spPr>
          <a:xfrm>
            <a:off x="4648200" y="1371600"/>
            <a:ext cx="953724" cy="923330"/>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sz="5400" b="1" cap="none" spc="0"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Fe</a:t>
            </a:r>
            <a:endParaRPr lang="en-US" sz="54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sp>
        <p:nvSpPr>
          <p:cNvPr id="25" name="Rectangle 24"/>
          <p:cNvSpPr/>
          <p:nvPr/>
        </p:nvSpPr>
        <p:spPr>
          <a:xfrm>
            <a:off x="2985621" y="2886670"/>
            <a:ext cx="671979" cy="923330"/>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sz="5400" b="1" cap="none" spc="0"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O</a:t>
            </a:r>
            <a:endParaRPr lang="en-US" sz="54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sp>
        <p:nvSpPr>
          <p:cNvPr id="29" name="Rectangle 28"/>
          <p:cNvSpPr/>
          <p:nvPr/>
        </p:nvSpPr>
        <p:spPr>
          <a:xfrm>
            <a:off x="5195421" y="2895600"/>
            <a:ext cx="671979" cy="923330"/>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sz="5400" b="1" cap="none" spc="0"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O</a:t>
            </a:r>
            <a:endParaRPr lang="en-US" sz="54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sp>
        <p:nvSpPr>
          <p:cNvPr id="30" name="Rectangle 29"/>
          <p:cNvSpPr/>
          <p:nvPr/>
        </p:nvSpPr>
        <p:spPr>
          <a:xfrm>
            <a:off x="4738221" y="2895600"/>
            <a:ext cx="671979" cy="923330"/>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sz="5400" b="1" cap="none" spc="0"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O</a:t>
            </a:r>
            <a:endParaRPr lang="en-US" sz="54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sp>
        <p:nvSpPr>
          <p:cNvPr id="31" name="Rectangle 30"/>
          <p:cNvSpPr/>
          <p:nvPr/>
        </p:nvSpPr>
        <p:spPr>
          <a:xfrm>
            <a:off x="6109821" y="2895600"/>
            <a:ext cx="671979" cy="923330"/>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sz="5400" b="1" cap="none" spc="0"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O</a:t>
            </a:r>
            <a:endParaRPr lang="en-US" sz="54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sp>
        <p:nvSpPr>
          <p:cNvPr id="32" name="Rectangle 31"/>
          <p:cNvSpPr/>
          <p:nvPr/>
        </p:nvSpPr>
        <p:spPr>
          <a:xfrm>
            <a:off x="5638800" y="2886670"/>
            <a:ext cx="671979" cy="923330"/>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sz="5400" b="1" cap="none" spc="0"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O</a:t>
            </a:r>
            <a:endParaRPr lang="en-US" sz="54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sp>
        <p:nvSpPr>
          <p:cNvPr id="35" name="Rectangle 34"/>
          <p:cNvSpPr/>
          <p:nvPr/>
        </p:nvSpPr>
        <p:spPr>
          <a:xfrm>
            <a:off x="104448" y="3810000"/>
            <a:ext cx="657552" cy="923330"/>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IN" sz="5400" b="1" dirty="0" smtClean="0">
                <a:ln w="11430"/>
                <a:solidFill>
                  <a:srgbClr val="00B050"/>
                </a:solidFill>
                <a:effectLst>
                  <a:outerShdw blurRad="50800" dist="39000" dir="5460000" algn="tl">
                    <a:srgbClr val="000000">
                      <a:alpha val="38000"/>
                    </a:srgbClr>
                  </a:outerShdw>
                </a:effectLst>
              </a:rPr>
              <a:t>H</a:t>
            </a:r>
            <a:endParaRPr lang="en-US" sz="5400" b="1" dirty="0">
              <a:ln w="11430"/>
              <a:solidFill>
                <a:srgbClr val="00B050"/>
              </a:solidFill>
              <a:effectLst>
                <a:outerShdw blurRad="50800" dist="39000" dir="5460000" algn="tl">
                  <a:srgbClr val="000000">
                    <a:alpha val="38000"/>
                  </a:srgbClr>
                </a:outerShdw>
              </a:effectLst>
            </a:endParaRPr>
          </a:p>
        </p:txBody>
      </p:sp>
      <p:sp>
        <p:nvSpPr>
          <p:cNvPr id="38" name="Rectangle 37"/>
          <p:cNvSpPr/>
          <p:nvPr/>
        </p:nvSpPr>
        <p:spPr>
          <a:xfrm>
            <a:off x="852021" y="2895600"/>
            <a:ext cx="671979" cy="923330"/>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sz="5400" b="1" cap="none" spc="0" dirty="0" smtClean="0">
                <a:ln w="11430"/>
                <a:solidFill>
                  <a:srgbClr val="00B050"/>
                </a:solidFill>
                <a:effectLst>
                  <a:outerShdw blurRad="50800" dist="39000" dir="5460000" algn="tl">
                    <a:srgbClr val="000000">
                      <a:alpha val="38000"/>
                    </a:srgbClr>
                  </a:outerShdw>
                </a:effectLst>
              </a:rPr>
              <a:t>O</a:t>
            </a:r>
            <a:endParaRPr lang="en-US" sz="5400" b="1" cap="none" spc="0" dirty="0">
              <a:ln w="11430"/>
              <a:solidFill>
                <a:srgbClr val="00B050"/>
              </a:solidFill>
              <a:effectLst>
                <a:outerShdw blurRad="50800" dist="39000" dir="5460000" algn="tl">
                  <a:srgbClr val="000000">
                    <a:alpha val="38000"/>
                  </a:srgbClr>
                </a:outerShdw>
              </a:effectLst>
            </a:endParaRPr>
          </a:p>
        </p:txBody>
      </p:sp>
      <p:cxnSp>
        <p:nvCxnSpPr>
          <p:cNvPr id="43" name="Straight Connector 42"/>
          <p:cNvCxnSpPr/>
          <p:nvPr/>
        </p:nvCxnSpPr>
        <p:spPr>
          <a:xfrm rot="5400000">
            <a:off x="2286000" y="3276600"/>
            <a:ext cx="3352800" cy="1588"/>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sp>
        <p:nvSpPr>
          <p:cNvPr id="42" name="Rectangle 41"/>
          <p:cNvSpPr/>
          <p:nvPr/>
        </p:nvSpPr>
        <p:spPr>
          <a:xfrm>
            <a:off x="2514600" y="3810000"/>
            <a:ext cx="657552" cy="923330"/>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IN" sz="5400" b="1"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H</a:t>
            </a:r>
            <a:endParaRPr lang="en-US" sz="540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sp>
        <p:nvSpPr>
          <p:cNvPr id="45" name="Rectangle 44"/>
          <p:cNvSpPr/>
          <p:nvPr/>
        </p:nvSpPr>
        <p:spPr>
          <a:xfrm>
            <a:off x="6324600" y="3801070"/>
            <a:ext cx="657552" cy="923330"/>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IN" sz="5400" b="1" dirty="0" smtClean="0">
                <a:ln w="11430"/>
                <a:solidFill>
                  <a:srgbClr val="00B050"/>
                </a:solidFill>
                <a:effectLst>
                  <a:outerShdw blurRad="50800" dist="39000" dir="5460000" algn="tl">
                    <a:srgbClr val="000000">
                      <a:alpha val="38000"/>
                    </a:srgbClr>
                  </a:outerShdw>
                </a:effectLst>
              </a:rPr>
              <a:t>H</a:t>
            </a:r>
            <a:endParaRPr lang="en-US" sz="5400" b="1" dirty="0">
              <a:ln w="11430"/>
              <a:solidFill>
                <a:srgbClr val="00B050"/>
              </a:solidFill>
              <a:effectLst>
                <a:outerShdw blurRad="50800" dist="39000" dir="5460000" algn="tl">
                  <a:srgbClr val="000000">
                    <a:alpha val="38000"/>
                  </a:srgbClr>
                </a:outerShdw>
              </a:effectLst>
            </a:endParaRPr>
          </a:p>
        </p:txBody>
      </p:sp>
      <p:sp>
        <p:nvSpPr>
          <p:cNvPr id="46" name="Rectangle 45"/>
          <p:cNvSpPr/>
          <p:nvPr/>
        </p:nvSpPr>
        <p:spPr>
          <a:xfrm>
            <a:off x="6705600" y="3801070"/>
            <a:ext cx="657552" cy="923330"/>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IN" sz="5400" b="1" dirty="0" smtClean="0">
                <a:ln w="11430"/>
                <a:solidFill>
                  <a:srgbClr val="00B050"/>
                </a:solidFill>
                <a:effectLst>
                  <a:outerShdw blurRad="50800" dist="39000" dir="5460000" algn="tl">
                    <a:srgbClr val="000000">
                      <a:alpha val="38000"/>
                    </a:srgbClr>
                  </a:outerShdw>
                </a:effectLst>
              </a:rPr>
              <a:t>H</a:t>
            </a:r>
            <a:endParaRPr lang="en-US" sz="5400" b="1" dirty="0">
              <a:ln w="11430"/>
              <a:solidFill>
                <a:srgbClr val="00B050"/>
              </a:solidFill>
              <a:effectLst>
                <a:outerShdw blurRad="50800" dist="39000" dir="5460000" algn="tl">
                  <a:srgbClr val="000000">
                    <a:alpha val="38000"/>
                  </a:srgbClr>
                </a:outerShdw>
              </a:effectLst>
            </a:endParaRPr>
          </a:p>
        </p:txBody>
      </p:sp>
      <p:sp>
        <p:nvSpPr>
          <p:cNvPr id="48" name="Rectangle 47"/>
          <p:cNvSpPr/>
          <p:nvPr/>
        </p:nvSpPr>
        <p:spPr>
          <a:xfrm>
            <a:off x="1676400" y="1362670"/>
            <a:ext cx="953724" cy="923330"/>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sz="5400" b="1" cap="none" spc="0" dirty="0" smtClean="0">
                <a:ln w="11430"/>
                <a:solidFill>
                  <a:srgbClr val="00B050"/>
                </a:solidFill>
                <a:effectLst>
                  <a:outerShdw blurRad="50800" dist="39000" dir="5460000" algn="tl">
                    <a:srgbClr val="000000">
                      <a:alpha val="38000"/>
                    </a:srgbClr>
                  </a:outerShdw>
                </a:effectLst>
              </a:rPr>
              <a:t>Fe</a:t>
            </a:r>
            <a:endParaRPr lang="en-US" sz="5400" b="1" cap="none" spc="0" dirty="0">
              <a:ln w="11430"/>
              <a:solidFill>
                <a:srgbClr val="00B050"/>
              </a:solidFill>
              <a:effectLst>
                <a:outerShdw blurRad="50800" dist="39000" dir="5460000" algn="tl">
                  <a:srgbClr val="000000">
                    <a:alpha val="38000"/>
                  </a:srgbClr>
                </a:outerShdw>
              </a:effectLst>
            </a:endParaRPr>
          </a:p>
        </p:txBody>
      </p:sp>
      <p:sp>
        <p:nvSpPr>
          <p:cNvPr id="49" name="Rounded Rectangle 48">
            <a:hlinkHover r:id="rId3" action="ppaction://hlinksldjump"/>
          </p:cNvPr>
          <p:cNvSpPr/>
          <p:nvPr/>
        </p:nvSpPr>
        <p:spPr>
          <a:xfrm>
            <a:off x="914400" y="5181600"/>
            <a:ext cx="6629400" cy="990600"/>
          </a:xfrm>
          <a:prstGeom prst="round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50" name="Object 5"/>
          <p:cNvGraphicFramePr>
            <a:graphicFrameLocks noChangeAspect="1"/>
          </p:cNvGraphicFramePr>
          <p:nvPr/>
        </p:nvGraphicFramePr>
        <p:xfrm>
          <a:off x="1581150" y="5322888"/>
          <a:ext cx="5295900" cy="717550"/>
        </p:xfrm>
        <a:graphic>
          <a:graphicData uri="http://schemas.openxmlformats.org/presentationml/2006/ole">
            <p:oleObj spid="_x0000_s20483" name="Equation" r:id="rId4" imgW="1765080" imgH="228600" progId="Equation.3">
              <p:embed/>
            </p:oleObj>
          </a:graphicData>
        </a:graphic>
      </p:graphicFrame>
      <p:graphicFrame>
        <p:nvGraphicFramePr>
          <p:cNvPr id="20484" name="Object 4"/>
          <p:cNvGraphicFramePr>
            <a:graphicFrameLocks noChangeAspect="1"/>
          </p:cNvGraphicFramePr>
          <p:nvPr/>
        </p:nvGraphicFramePr>
        <p:xfrm>
          <a:off x="1128713" y="228600"/>
          <a:ext cx="5784850" cy="860425"/>
        </p:xfrm>
        <a:graphic>
          <a:graphicData uri="http://schemas.openxmlformats.org/presentationml/2006/ole">
            <p:oleObj spid="_x0000_s20484" name="Equation" r:id="rId5" imgW="1536480" imgH="228600" progId="Equation.3">
              <p:embed/>
            </p:oleObj>
          </a:graphicData>
        </a:graphic>
      </p:graphicFrame>
      <p:sp>
        <p:nvSpPr>
          <p:cNvPr id="40" name="Rectangle 39"/>
          <p:cNvSpPr/>
          <p:nvPr/>
        </p:nvSpPr>
        <p:spPr>
          <a:xfrm>
            <a:off x="5447076" y="1371600"/>
            <a:ext cx="953724" cy="923330"/>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sz="5400" b="1" cap="none" spc="0"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Fe</a:t>
            </a:r>
            <a:endParaRPr lang="en-US" sz="54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sp>
        <p:nvSpPr>
          <p:cNvPr id="41" name="Rectangle 40"/>
          <p:cNvSpPr/>
          <p:nvPr/>
        </p:nvSpPr>
        <p:spPr>
          <a:xfrm>
            <a:off x="6285276" y="1371600"/>
            <a:ext cx="953724" cy="923330"/>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sz="5400" b="1" cap="none" spc="0"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Fe</a:t>
            </a:r>
            <a:endParaRPr lang="en-US" sz="54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sp>
        <p:nvSpPr>
          <p:cNvPr id="51" name="Rectangle 50"/>
          <p:cNvSpPr/>
          <p:nvPr/>
        </p:nvSpPr>
        <p:spPr>
          <a:xfrm>
            <a:off x="838200" y="1362670"/>
            <a:ext cx="953724" cy="923330"/>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sz="5400" b="1" cap="none" spc="0" dirty="0" smtClean="0">
                <a:ln w="11430"/>
                <a:solidFill>
                  <a:srgbClr val="00B050"/>
                </a:solidFill>
                <a:effectLst>
                  <a:outerShdw blurRad="50800" dist="39000" dir="5460000" algn="tl">
                    <a:srgbClr val="000000">
                      <a:alpha val="38000"/>
                    </a:srgbClr>
                  </a:outerShdw>
                </a:effectLst>
              </a:rPr>
              <a:t>Fe</a:t>
            </a:r>
            <a:endParaRPr lang="en-US" sz="5400" b="1" cap="none" spc="0" dirty="0">
              <a:ln w="11430"/>
              <a:solidFill>
                <a:srgbClr val="00B050"/>
              </a:solidFill>
              <a:effectLst>
                <a:outerShdw blurRad="50800" dist="39000" dir="5460000" algn="tl">
                  <a:srgbClr val="000000">
                    <a:alpha val="38000"/>
                  </a:srgbClr>
                </a:outerShdw>
              </a:effectLst>
            </a:endParaRPr>
          </a:p>
        </p:txBody>
      </p:sp>
      <p:sp>
        <p:nvSpPr>
          <p:cNvPr id="52" name="Rectangle 51"/>
          <p:cNvSpPr/>
          <p:nvPr/>
        </p:nvSpPr>
        <p:spPr>
          <a:xfrm>
            <a:off x="1309221" y="2895600"/>
            <a:ext cx="671979" cy="923330"/>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sz="5400" b="1" cap="none" spc="0" dirty="0" smtClean="0">
                <a:ln w="11430"/>
                <a:solidFill>
                  <a:srgbClr val="00B050"/>
                </a:solidFill>
                <a:effectLst>
                  <a:outerShdw blurRad="50800" dist="39000" dir="5460000" algn="tl">
                    <a:srgbClr val="000000">
                      <a:alpha val="38000"/>
                    </a:srgbClr>
                  </a:outerShdw>
                </a:effectLst>
              </a:rPr>
              <a:t>O</a:t>
            </a:r>
            <a:endParaRPr lang="en-US" sz="5400" b="1" cap="none" spc="0" dirty="0">
              <a:ln w="11430"/>
              <a:solidFill>
                <a:srgbClr val="00B050"/>
              </a:solidFill>
              <a:effectLst>
                <a:outerShdw blurRad="50800" dist="39000" dir="5460000" algn="tl">
                  <a:srgbClr val="000000">
                    <a:alpha val="38000"/>
                  </a:srgbClr>
                </a:outerShdw>
              </a:effectLst>
            </a:endParaRPr>
          </a:p>
        </p:txBody>
      </p:sp>
      <p:sp>
        <p:nvSpPr>
          <p:cNvPr id="53" name="Rectangle 52"/>
          <p:cNvSpPr/>
          <p:nvPr/>
        </p:nvSpPr>
        <p:spPr>
          <a:xfrm>
            <a:off x="1766421" y="2895600"/>
            <a:ext cx="671979" cy="923330"/>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sz="5400" b="1" cap="none" spc="0" dirty="0" smtClean="0">
                <a:ln w="11430"/>
                <a:solidFill>
                  <a:srgbClr val="00B050"/>
                </a:solidFill>
                <a:effectLst>
                  <a:outerShdw blurRad="50800" dist="39000" dir="5460000" algn="tl">
                    <a:srgbClr val="000000">
                      <a:alpha val="38000"/>
                    </a:srgbClr>
                  </a:outerShdw>
                </a:effectLst>
              </a:rPr>
              <a:t>O</a:t>
            </a:r>
            <a:endParaRPr lang="en-US" sz="5400" b="1" cap="none" spc="0" dirty="0">
              <a:ln w="11430"/>
              <a:solidFill>
                <a:srgbClr val="00B050"/>
              </a:solidFill>
              <a:effectLst>
                <a:outerShdw blurRad="50800" dist="39000" dir="5460000" algn="tl">
                  <a:srgbClr val="000000">
                    <a:alpha val="38000"/>
                  </a:srgbClr>
                </a:outerShdw>
              </a:effectLst>
            </a:endParaRPr>
          </a:p>
        </p:txBody>
      </p:sp>
      <p:sp>
        <p:nvSpPr>
          <p:cNvPr id="55" name="Rectangle 54"/>
          <p:cNvSpPr/>
          <p:nvPr/>
        </p:nvSpPr>
        <p:spPr>
          <a:xfrm>
            <a:off x="485448" y="3810000"/>
            <a:ext cx="657552" cy="923330"/>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IN" sz="5400" b="1" dirty="0" smtClean="0">
                <a:ln w="11430"/>
                <a:solidFill>
                  <a:srgbClr val="00B050"/>
                </a:solidFill>
                <a:effectLst>
                  <a:outerShdw blurRad="50800" dist="39000" dir="5460000" algn="tl">
                    <a:srgbClr val="000000">
                      <a:alpha val="38000"/>
                    </a:srgbClr>
                  </a:outerShdw>
                </a:effectLst>
              </a:rPr>
              <a:t>H</a:t>
            </a:r>
            <a:endParaRPr lang="en-US" sz="5400" b="1" dirty="0">
              <a:ln w="11430"/>
              <a:solidFill>
                <a:srgbClr val="00B050"/>
              </a:solidFill>
              <a:effectLst>
                <a:outerShdw blurRad="50800" dist="39000" dir="5460000" algn="tl">
                  <a:srgbClr val="000000">
                    <a:alpha val="38000"/>
                  </a:srgbClr>
                </a:outerShdw>
              </a:effectLst>
            </a:endParaRPr>
          </a:p>
        </p:txBody>
      </p:sp>
      <p:sp>
        <p:nvSpPr>
          <p:cNvPr id="58" name="Rectangle 57"/>
          <p:cNvSpPr/>
          <p:nvPr/>
        </p:nvSpPr>
        <p:spPr>
          <a:xfrm>
            <a:off x="914400" y="3810000"/>
            <a:ext cx="657552" cy="923330"/>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IN" sz="5400" b="1" dirty="0" smtClean="0">
                <a:ln w="11430"/>
                <a:solidFill>
                  <a:srgbClr val="00B050"/>
                </a:solidFill>
                <a:effectLst>
                  <a:outerShdw blurRad="50800" dist="39000" dir="5460000" algn="tl">
                    <a:srgbClr val="000000">
                      <a:alpha val="38000"/>
                    </a:srgbClr>
                  </a:outerShdw>
                </a:effectLst>
              </a:rPr>
              <a:t>H</a:t>
            </a:r>
            <a:endParaRPr lang="en-US" sz="5400" b="1" dirty="0">
              <a:ln w="11430"/>
              <a:solidFill>
                <a:srgbClr val="00B050"/>
              </a:solidFill>
              <a:effectLst>
                <a:outerShdw blurRad="50800" dist="39000" dir="5460000" algn="tl">
                  <a:srgbClr val="000000">
                    <a:alpha val="38000"/>
                  </a:srgbClr>
                </a:outerShdw>
              </a:effectLst>
            </a:endParaRPr>
          </a:p>
        </p:txBody>
      </p:sp>
      <p:sp>
        <p:nvSpPr>
          <p:cNvPr id="59" name="Rectangle 58"/>
          <p:cNvSpPr/>
          <p:nvPr/>
        </p:nvSpPr>
        <p:spPr>
          <a:xfrm>
            <a:off x="1295400" y="3810000"/>
            <a:ext cx="657552" cy="923330"/>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IN" sz="5400" b="1" dirty="0" smtClean="0">
                <a:ln w="11430"/>
                <a:solidFill>
                  <a:srgbClr val="00B050"/>
                </a:solidFill>
                <a:effectLst>
                  <a:outerShdw blurRad="50800" dist="39000" dir="5460000" algn="tl">
                    <a:srgbClr val="000000">
                      <a:alpha val="38000"/>
                    </a:srgbClr>
                  </a:outerShdw>
                </a:effectLst>
              </a:rPr>
              <a:t>H</a:t>
            </a:r>
            <a:endParaRPr lang="en-US" sz="5400" b="1" dirty="0">
              <a:ln w="11430"/>
              <a:solidFill>
                <a:srgbClr val="00B050"/>
              </a:solidFill>
              <a:effectLst>
                <a:outerShdw blurRad="50800" dist="39000" dir="5460000" algn="tl">
                  <a:srgbClr val="000000">
                    <a:alpha val="38000"/>
                  </a:srgbClr>
                </a:outerShdw>
              </a:effectLst>
            </a:endParaRPr>
          </a:p>
        </p:txBody>
      </p:sp>
      <p:sp>
        <p:nvSpPr>
          <p:cNvPr id="60" name="Rectangle 59"/>
          <p:cNvSpPr/>
          <p:nvPr/>
        </p:nvSpPr>
        <p:spPr>
          <a:xfrm>
            <a:off x="1676400" y="3810000"/>
            <a:ext cx="657552" cy="923330"/>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IN" sz="5400" b="1" dirty="0" smtClean="0">
                <a:ln w="11430"/>
                <a:solidFill>
                  <a:srgbClr val="00B050"/>
                </a:solidFill>
                <a:effectLst>
                  <a:outerShdw blurRad="50800" dist="39000" dir="5460000" algn="tl">
                    <a:srgbClr val="000000">
                      <a:alpha val="38000"/>
                    </a:srgbClr>
                  </a:outerShdw>
                </a:effectLst>
              </a:rPr>
              <a:t>H</a:t>
            </a:r>
            <a:endParaRPr lang="en-US" sz="5400" b="1" dirty="0">
              <a:ln w="11430"/>
              <a:solidFill>
                <a:srgbClr val="00B050"/>
              </a:solidFill>
              <a:effectLst>
                <a:outerShdw blurRad="50800" dist="39000" dir="5460000" algn="tl">
                  <a:srgbClr val="000000">
                    <a:alpha val="38000"/>
                  </a:srgbClr>
                </a:outerShdw>
              </a:effectLst>
            </a:endParaRPr>
          </a:p>
        </p:txBody>
      </p:sp>
      <p:sp>
        <p:nvSpPr>
          <p:cNvPr id="61" name="Rectangle 60"/>
          <p:cNvSpPr/>
          <p:nvPr/>
        </p:nvSpPr>
        <p:spPr>
          <a:xfrm>
            <a:off x="2057400" y="3810000"/>
            <a:ext cx="657552" cy="923330"/>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IN" sz="5400" b="1" dirty="0" smtClean="0">
                <a:ln w="11430"/>
                <a:solidFill>
                  <a:srgbClr val="00B050"/>
                </a:solidFill>
                <a:effectLst>
                  <a:outerShdw blurRad="50800" dist="39000" dir="5460000" algn="tl">
                    <a:srgbClr val="000000">
                      <a:alpha val="38000"/>
                    </a:srgbClr>
                  </a:outerShdw>
                </a:effectLst>
              </a:rPr>
              <a:t>H</a:t>
            </a:r>
            <a:endParaRPr lang="en-US" sz="5400" b="1" dirty="0">
              <a:ln w="11430"/>
              <a:solidFill>
                <a:srgbClr val="00B050"/>
              </a:solidFill>
              <a:effectLst>
                <a:outerShdw blurRad="50800" dist="39000" dir="5460000" algn="tl">
                  <a:srgbClr val="000000">
                    <a:alpha val="38000"/>
                  </a:srgbClr>
                </a:outerShdw>
              </a:effectLst>
            </a:endParaRPr>
          </a:p>
        </p:txBody>
      </p:sp>
      <p:sp>
        <p:nvSpPr>
          <p:cNvPr id="62" name="Rectangle 61"/>
          <p:cNvSpPr/>
          <p:nvPr/>
        </p:nvSpPr>
        <p:spPr>
          <a:xfrm>
            <a:off x="5867400" y="3801070"/>
            <a:ext cx="657552" cy="923330"/>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IN" sz="5400" b="1" dirty="0" smtClean="0">
                <a:ln w="11430"/>
                <a:solidFill>
                  <a:srgbClr val="00B050"/>
                </a:solidFill>
                <a:effectLst>
                  <a:outerShdw blurRad="50800" dist="39000" dir="5460000" algn="tl">
                    <a:srgbClr val="000000">
                      <a:alpha val="38000"/>
                    </a:srgbClr>
                  </a:outerShdw>
                </a:effectLst>
              </a:rPr>
              <a:t>H</a:t>
            </a:r>
            <a:endParaRPr lang="en-US" sz="5400" b="1" dirty="0">
              <a:ln w="11430"/>
              <a:solidFill>
                <a:srgbClr val="00B050"/>
              </a:solidFill>
              <a:effectLst>
                <a:outerShdw blurRad="50800" dist="39000" dir="5460000" algn="tl">
                  <a:srgbClr val="000000">
                    <a:alpha val="38000"/>
                  </a:srgbClr>
                </a:outerShdw>
              </a:effectLst>
            </a:endParaRPr>
          </a:p>
        </p:txBody>
      </p:sp>
      <p:sp>
        <p:nvSpPr>
          <p:cNvPr id="63" name="Rectangle 62"/>
          <p:cNvSpPr/>
          <p:nvPr/>
        </p:nvSpPr>
        <p:spPr>
          <a:xfrm>
            <a:off x="6733848" y="4486870"/>
            <a:ext cx="657552" cy="923330"/>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IN" sz="5400" b="1" dirty="0" smtClean="0">
                <a:ln w="11430"/>
                <a:solidFill>
                  <a:srgbClr val="00B050"/>
                </a:solidFill>
                <a:effectLst>
                  <a:outerShdw blurRad="50800" dist="39000" dir="5460000" algn="tl">
                    <a:srgbClr val="000000">
                      <a:alpha val="38000"/>
                    </a:srgbClr>
                  </a:outerShdw>
                </a:effectLst>
              </a:rPr>
              <a:t>H</a:t>
            </a:r>
            <a:endParaRPr lang="en-US" sz="5400" b="1" dirty="0">
              <a:ln w="11430"/>
              <a:solidFill>
                <a:srgbClr val="00B050"/>
              </a:solidFill>
              <a:effectLst>
                <a:outerShdw blurRad="50800" dist="39000" dir="5460000" algn="tl">
                  <a:srgbClr val="000000">
                    <a:alpha val="38000"/>
                  </a:srgbClr>
                </a:outerShdw>
              </a:effectLst>
            </a:endParaRPr>
          </a:p>
        </p:txBody>
      </p:sp>
      <p:sp>
        <p:nvSpPr>
          <p:cNvPr id="64" name="Rectangle 63"/>
          <p:cNvSpPr/>
          <p:nvPr/>
        </p:nvSpPr>
        <p:spPr>
          <a:xfrm>
            <a:off x="5971848" y="4486870"/>
            <a:ext cx="657552" cy="923330"/>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IN" sz="5400" b="1" dirty="0" smtClean="0">
                <a:ln w="11430"/>
                <a:solidFill>
                  <a:srgbClr val="00B050"/>
                </a:solidFill>
                <a:effectLst>
                  <a:outerShdw blurRad="50800" dist="39000" dir="5460000" algn="tl">
                    <a:srgbClr val="000000">
                      <a:alpha val="38000"/>
                    </a:srgbClr>
                  </a:outerShdw>
                </a:effectLst>
              </a:rPr>
              <a:t>H</a:t>
            </a:r>
            <a:endParaRPr lang="en-US" sz="5400" b="1" dirty="0">
              <a:ln w="11430"/>
              <a:solidFill>
                <a:srgbClr val="00B050"/>
              </a:solidFill>
              <a:effectLst>
                <a:outerShdw blurRad="50800" dist="39000" dir="5460000" algn="tl">
                  <a:srgbClr val="000000">
                    <a:alpha val="38000"/>
                  </a:srgbClr>
                </a:outerShdw>
              </a:effectLst>
            </a:endParaRPr>
          </a:p>
        </p:txBody>
      </p:sp>
      <p:sp>
        <p:nvSpPr>
          <p:cNvPr id="65" name="Rectangle 64"/>
          <p:cNvSpPr/>
          <p:nvPr/>
        </p:nvSpPr>
        <p:spPr>
          <a:xfrm>
            <a:off x="6352848" y="4486870"/>
            <a:ext cx="657552" cy="923330"/>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IN" sz="5400" b="1" dirty="0" smtClean="0">
                <a:ln w="11430"/>
                <a:solidFill>
                  <a:srgbClr val="00B050"/>
                </a:solidFill>
                <a:effectLst>
                  <a:outerShdw blurRad="50800" dist="39000" dir="5460000" algn="tl">
                    <a:srgbClr val="000000">
                      <a:alpha val="38000"/>
                    </a:srgbClr>
                  </a:outerShdw>
                </a:effectLst>
              </a:rPr>
              <a:t>H</a:t>
            </a:r>
            <a:endParaRPr lang="en-US" sz="5400" b="1" dirty="0">
              <a:ln w="11430"/>
              <a:solidFill>
                <a:srgbClr val="00B050"/>
              </a:solidFill>
              <a:effectLst>
                <a:outerShdw blurRad="50800" dist="39000" dir="5460000" algn="tl">
                  <a:srgbClr val="000000">
                    <a:alpha val="38000"/>
                  </a:srgbClr>
                </a:outerShdw>
              </a:effectLst>
            </a:endParaRPr>
          </a:p>
        </p:txBody>
      </p:sp>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2000" fill="hold"/>
                                        <p:tgtEl>
                                          <p:spTgt spid="16"/>
                                        </p:tgtEl>
                                        <p:attrNameLst>
                                          <p:attrName>ppt_x</p:attrName>
                                        </p:attrNameLst>
                                      </p:cBhvr>
                                      <p:tavLst>
                                        <p:tav tm="0">
                                          <p:val>
                                            <p:strVal val="0-#ppt_w/2"/>
                                          </p:val>
                                        </p:tav>
                                        <p:tav tm="100000">
                                          <p:val>
                                            <p:strVal val="#ppt_x"/>
                                          </p:val>
                                        </p:tav>
                                      </p:tavLst>
                                    </p:anim>
                                    <p:anim calcmode="lin" valueType="num">
                                      <p:cBhvr additive="base">
                                        <p:cTn id="8" dur="2000" fill="hold"/>
                                        <p:tgtEl>
                                          <p:spTgt spid="1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7"/>
                                        </p:tgtEl>
                                        <p:attrNameLst>
                                          <p:attrName>style.visibility</p:attrName>
                                        </p:attrNameLst>
                                      </p:cBhvr>
                                      <p:to>
                                        <p:strVal val="visible"/>
                                      </p:to>
                                    </p:set>
                                    <p:anim calcmode="lin" valueType="num">
                                      <p:cBhvr additive="base">
                                        <p:cTn id="13" dur="2000" fill="hold"/>
                                        <p:tgtEl>
                                          <p:spTgt spid="17"/>
                                        </p:tgtEl>
                                        <p:attrNameLst>
                                          <p:attrName>ppt_x</p:attrName>
                                        </p:attrNameLst>
                                      </p:cBhvr>
                                      <p:tavLst>
                                        <p:tav tm="0">
                                          <p:val>
                                            <p:strVal val="1+#ppt_w/2"/>
                                          </p:val>
                                        </p:tav>
                                        <p:tav tm="100000">
                                          <p:val>
                                            <p:strVal val="#ppt_x"/>
                                          </p:val>
                                        </p:tav>
                                      </p:tavLst>
                                    </p:anim>
                                    <p:anim calcmode="lin" valueType="num">
                                      <p:cBhvr additive="base">
                                        <p:cTn id="14" dur="2000" fill="hold"/>
                                        <p:tgtEl>
                                          <p:spTgt spid="17"/>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40"/>
                                        </p:tgtEl>
                                        <p:attrNameLst>
                                          <p:attrName>style.visibility</p:attrName>
                                        </p:attrNameLst>
                                      </p:cBhvr>
                                      <p:to>
                                        <p:strVal val="visible"/>
                                      </p:to>
                                    </p:set>
                                    <p:anim calcmode="lin" valueType="num">
                                      <p:cBhvr additive="base">
                                        <p:cTn id="19" dur="2000" fill="hold"/>
                                        <p:tgtEl>
                                          <p:spTgt spid="40"/>
                                        </p:tgtEl>
                                        <p:attrNameLst>
                                          <p:attrName>ppt_x</p:attrName>
                                        </p:attrNameLst>
                                      </p:cBhvr>
                                      <p:tavLst>
                                        <p:tav tm="0">
                                          <p:val>
                                            <p:strVal val="1+#ppt_w/2"/>
                                          </p:val>
                                        </p:tav>
                                        <p:tav tm="100000">
                                          <p:val>
                                            <p:strVal val="#ppt_x"/>
                                          </p:val>
                                        </p:tav>
                                      </p:tavLst>
                                    </p:anim>
                                    <p:anim calcmode="lin" valueType="num">
                                      <p:cBhvr additive="base">
                                        <p:cTn id="20" dur="2000" fill="hold"/>
                                        <p:tgtEl>
                                          <p:spTgt spid="40"/>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41"/>
                                        </p:tgtEl>
                                        <p:attrNameLst>
                                          <p:attrName>style.visibility</p:attrName>
                                        </p:attrNameLst>
                                      </p:cBhvr>
                                      <p:to>
                                        <p:strVal val="visible"/>
                                      </p:to>
                                    </p:set>
                                    <p:anim calcmode="lin" valueType="num">
                                      <p:cBhvr additive="base">
                                        <p:cTn id="25" dur="2000" fill="hold"/>
                                        <p:tgtEl>
                                          <p:spTgt spid="41"/>
                                        </p:tgtEl>
                                        <p:attrNameLst>
                                          <p:attrName>ppt_x</p:attrName>
                                        </p:attrNameLst>
                                      </p:cBhvr>
                                      <p:tavLst>
                                        <p:tav tm="0">
                                          <p:val>
                                            <p:strVal val="1+#ppt_w/2"/>
                                          </p:val>
                                        </p:tav>
                                        <p:tav tm="100000">
                                          <p:val>
                                            <p:strVal val="#ppt_x"/>
                                          </p:val>
                                        </p:tav>
                                      </p:tavLst>
                                    </p:anim>
                                    <p:anim calcmode="lin" valueType="num">
                                      <p:cBhvr additive="base">
                                        <p:cTn id="26" dur="2000" fill="hold"/>
                                        <p:tgtEl>
                                          <p:spTgt spid="41"/>
                                        </p:tgtEl>
                                        <p:attrNameLst>
                                          <p:attrName>ppt_y</p:attrName>
                                        </p:attrNameLst>
                                      </p:cBhvr>
                                      <p:tavLst>
                                        <p:tav tm="0">
                                          <p:val>
                                            <p:strVal val="#ppt_y"/>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25"/>
                                        </p:tgtEl>
                                        <p:attrNameLst>
                                          <p:attrName>style.visibility</p:attrName>
                                        </p:attrNameLst>
                                      </p:cBhvr>
                                      <p:to>
                                        <p:strVal val="visible"/>
                                      </p:to>
                                    </p:set>
                                    <p:anim calcmode="lin" valueType="num">
                                      <p:cBhvr additive="base">
                                        <p:cTn id="29" dur="500" fill="hold"/>
                                        <p:tgtEl>
                                          <p:spTgt spid="25"/>
                                        </p:tgtEl>
                                        <p:attrNameLst>
                                          <p:attrName>ppt_x</p:attrName>
                                        </p:attrNameLst>
                                      </p:cBhvr>
                                      <p:tavLst>
                                        <p:tav tm="0">
                                          <p:val>
                                            <p:strVal val="#ppt_x"/>
                                          </p:val>
                                        </p:tav>
                                        <p:tav tm="100000">
                                          <p:val>
                                            <p:strVal val="#ppt_x"/>
                                          </p:val>
                                        </p:tav>
                                      </p:tavLst>
                                    </p:anim>
                                    <p:anim calcmode="lin" valueType="num">
                                      <p:cBhvr additive="base">
                                        <p:cTn id="30"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30"/>
                                        </p:tgtEl>
                                        <p:attrNameLst>
                                          <p:attrName>style.visibility</p:attrName>
                                        </p:attrNameLst>
                                      </p:cBhvr>
                                      <p:to>
                                        <p:strVal val="visible"/>
                                      </p:to>
                                    </p:set>
                                    <p:anim calcmode="lin" valueType="num">
                                      <p:cBhvr additive="base">
                                        <p:cTn id="35" dur="2000" fill="hold"/>
                                        <p:tgtEl>
                                          <p:spTgt spid="30"/>
                                        </p:tgtEl>
                                        <p:attrNameLst>
                                          <p:attrName>ppt_x</p:attrName>
                                        </p:attrNameLst>
                                      </p:cBhvr>
                                      <p:tavLst>
                                        <p:tav tm="0">
                                          <p:val>
                                            <p:strVal val="#ppt_x"/>
                                          </p:val>
                                        </p:tav>
                                        <p:tav tm="100000">
                                          <p:val>
                                            <p:strVal val="#ppt_x"/>
                                          </p:val>
                                        </p:tav>
                                      </p:tavLst>
                                    </p:anim>
                                    <p:anim calcmode="lin" valueType="num">
                                      <p:cBhvr additive="base">
                                        <p:cTn id="36" dur="2000" fill="hold"/>
                                        <p:tgtEl>
                                          <p:spTgt spid="30"/>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29"/>
                                        </p:tgtEl>
                                        <p:attrNameLst>
                                          <p:attrName>style.visibility</p:attrName>
                                        </p:attrNameLst>
                                      </p:cBhvr>
                                      <p:to>
                                        <p:strVal val="visible"/>
                                      </p:to>
                                    </p:set>
                                    <p:anim calcmode="lin" valueType="num">
                                      <p:cBhvr additive="base">
                                        <p:cTn id="39" dur="2000" fill="hold"/>
                                        <p:tgtEl>
                                          <p:spTgt spid="29"/>
                                        </p:tgtEl>
                                        <p:attrNameLst>
                                          <p:attrName>ppt_x</p:attrName>
                                        </p:attrNameLst>
                                      </p:cBhvr>
                                      <p:tavLst>
                                        <p:tav tm="0">
                                          <p:val>
                                            <p:strVal val="#ppt_x"/>
                                          </p:val>
                                        </p:tav>
                                        <p:tav tm="100000">
                                          <p:val>
                                            <p:strVal val="#ppt_x"/>
                                          </p:val>
                                        </p:tav>
                                      </p:tavLst>
                                    </p:anim>
                                    <p:anim calcmode="lin" valueType="num">
                                      <p:cBhvr additive="base">
                                        <p:cTn id="40" dur="2000" fill="hold"/>
                                        <p:tgtEl>
                                          <p:spTgt spid="29"/>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32"/>
                                        </p:tgtEl>
                                        <p:attrNameLst>
                                          <p:attrName>style.visibility</p:attrName>
                                        </p:attrNameLst>
                                      </p:cBhvr>
                                      <p:to>
                                        <p:strVal val="visible"/>
                                      </p:to>
                                    </p:set>
                                    <p:anim calcmode="lin" valueType="num">
                                      <p:cBhvr additive="base">
                                        <p:cTn id="43" dur="2000" fill="hold"/>
                                        <p:tgtEl>
                                          <p:spTgt spid="32"/>
                                        </p:tgtEl>
                                        <p:attrNameLst>
                                          <p:attrName>ppt_x</p:attrName>
                                        </p:attrNameLst>
                                      </p:cBhvr>
                                      <p:tavLst>
                                        <p:tav tm="0">
                                          <p:val>
                                            <p:strVal val="#ppt_x"/>
                                          </p:val>
                                        </p:tav>
                                        <p:tav tm="100000">
                                          <p:val>
                                            <p:strVal val="#ppt_x"/>
                                          </p:val>
                                        </p:tav>
                                      </p:tavLst>
                                    </p:anim>
                                    <p:anim calcmode="lin" valueType="num">
                                      <p:cBhvr additive="base">
                                        <p:cTn id="44" dur="2000" fill="hold"/>
                                        <p:tgtEl>
                                          <p:spTgt spid="32"/>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31"/>
                                        </p:tgtEl>
                                        <p:attrNameLst>
                                          <p:attrName>style.visibility</p:attrName>
                                        </p:attrNameLst>
                                      </p:cBhvr>
                                      <p:to>
                                        <p:strVal val="visible"/>
                                      </p:to>
                                    </p:set>
                                    <p:anim calcmode="lin" valueType="num">
                                      <p:cBhvr additive="base">
                                        <p:cTn id="47" dur="2000" fill="hold"/>
                                        <p:tgtEl>
                                          <p:spTgt spid="31"/>
                                        </p:tgtEl>
                                        <p:attrNameLst>
                                          <p:attrName>ppt_x</p:attrName>
                                        </p:attrNameLst>
                                      </p:cBhvr>
                                      <p:tavLst>
                                        <p:tav tm="0">
                                          <p:val>
                                            <p:strVal val="#ppt_x"/>
                                          </p:val>
                                        </p:tav>
                                        <p:tav tm="100000">
                                          <p:val>
                                            <p:strVal val="#ppt_x"/>
                                          </p:val>
                                        </p:tav>
                                      </p:tavLst>
                                    </p:anim>
                                    <p:anim calcmode="lin" valueType="num">
                                      <p:cBhvr additive="base">
                                        <p:cTn id="48" dur="2000" fill="hold"/>
                                        <p:tgtEl>
                                          <p:spTgt spid="31"/>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8" fill="hold" grpId="0" nodeType="clickEffect">
                                  <p:stCondLst>
                                    <p:cond delay="0"/>
                                  </p:stCondLst>
                                  <p:childTnLst>
                                    <p:set>
                                      <p:cBhvr>
                                        <p:cTn id="52" dur="1" fill="hold">
                                          <p:stCondLst>
                                            <p:cond delay="0"/>
                                          </p:stCondLst>
                                        </p:cTn>
                                        <p:tgtEl>
                                          <p:spTgt spid="13"/>
                                        </p:tgtEl>
                                        <p:attrNameLst>
                                          <p:attrName>style.visibility</p:attrName>
                                        </p:attrNameLst>
                                      </p:cBhvr>
                                      <p:to>
                                        <p:strVal val="visible"/>
                                      </p:to>
                                    </p:set>
                                    <p:anim calcmode="lin" valueType="num">
                                      <p:cBhvr additive="base">
                                        <p:cTn id="53" dur="2000" fill="hold"/>
                                        <p:tgtEl>
                                          <p:spTgt spid="13"/>
                                        </p:tgtEl>
                                        <p:attrNameLst>
                                          <p:attrName>ppt_x</p:attrName>
                                        </p:attrNameLst>
                                      </p:cBhvr>
                                      <p:tavLst>
                                        <p:tav tm="0">
                                          <p:val>
                                            <p:strVal val="0-#ppt_w/2"/>
                                          </p:val>
                                        </p:tav>
                                        <p:tav tm="100000">
                                          <p:val>
                                            <p:strVal val="#ppt_x"/>
                                          </p:val>
                                        </p:tav>
                                      </p:tavLst>
                                    </p:anim>
                                    <p:anim calcmode="lin" valueType="num">
                                      <p:cBhvr additive="base">
                                        <p:cTn id="54" dur="2000" fill="hold"/>
                                        <p:tgtEl>
                                          <p:spTgt spid="13"/>
                                        </p:tgtEl>
                                        <p:attrNameLst>
                                          <p:attrName>ppt_y</p:attrName>
                                        </p:attrNameLst>
                                      </p:cBhvr>
                                      <p:tavLst>
                                        <p:tav tm="0">
                                          <p:val>
                                            <p:strVal val="#ppt_y"/>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2" presetClass="entr" presetSubtype="8" fill="hold" grpId="0" nodeType="clickEffect">
                                  <p:stCondLst>
                                    <p:cond delay="0"/>
                                  </p:stCondLst>
                                  <p:childTnLst>
                                    <p:set>
                                      <p:cBhvr>
                                        <p:cTn id="58" dur="1" fill="hold">
                                          <p:stCondLst>
                                            <p:cond delay="0"/>
                                          </p:stCondLst>
                                        </p:cTn>
                                        <p:tgtEl>
                                          <p:spTgt spid="42"/>
                                        </p:tgtEl>
                                        <p:attrNameLst>
                                          <p:attrName>style.visibility</p:attrName>
                                        </p:attrNameLst>
                                      </p:cBhvr>
                                      <p:to>
                                        <p:strVal val="visible"/>
                                      </p:to>
                                    </p:set>
                                    <p:anim calcmode="lin" valueType="num">
                                      <p:cBhvr additive="base">
                                        <p:cTn id="59" dur="2000" fill="hold"/>
                                        <p:tgtEl>
                                          <p:spTgt spid="42"/>
                                        </p:tgtEl>
                                        <p:attrNameLst>
                                          <p:attrName>ppt_x</p:attrName>
                                        </p:attrNameLst>
                                      </p:cBhvr>
                                      <p:tavLst>
                                        <p:tav tm="0">
                                          <p:val>
                                            <p:strVal val="0-#ppt_w/2"/>
                                          </p:val>
                                        </p:tav>
                                        <p:tav tm="100000">
                                          <p:val>
                                            <p:strVal val="#ppt_x"/>
                                          </p:val>
                                        </p:tav>
                                      </p:tavLst>
                                    </p:anim>
                                    <p:anim calcmode="lin" valueType="num">
                                      <p:cBhvr additive="base">
                                        <p:cTn id="60" dur="2000" fill="hold"/>
                                        <p:tgtEl>
                                          <p:spTgt spid="42"/>
                                        </p:tgtEl>
                                        <p:attrNameLst>
                                          <p:attrName>ppt_y</p:attrName>
                                        </p:attrNameLst>
                                      </p:cBhvr>
                                      <p:tavLst>
                                        <p:tav tm="0">
                                          <p:val>
                                            <p:strVal val="#ppt_y"/>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2" presetClass="entr" presetSubtype="2" fill="hold" grpId="0" nodeType="clickEffect">
                                  <p:stCondLst>
                                    <p:cond delay="0"/>
                                  </p:stCondLst>
                                  <p:childTnLst>
                                    <p:set>
                                      <p:cBhvr>
                                        <p:cTn id="64" dur="1" fill="hold">
                                          <p:stCondLst>
                                            <p:cond delay="0"/>
                                          </p:stCondLst>
                                        </p:cTn>
                                        <p:tgtEl>
                                          <p:spTgt spid="15"/>
                                        </p:tgtEl>
                                        <p:attrNameLst>
                                          <p:attrName>style.visibility</p:attrName>
                                        </p:attrNameLst>
                                      </p:cBhvr>
                                      <p:to>
                                        <p:strVal val="visible"/>
                                      </p:to>
                                    </p:set>
                                    <p:anim calcmode="lin" valueType="num">
                                      <p:cBhvr additive="base">
                                        <p:cTn id="65" dur="2000" fill="hold"/>
                                        <p:tgtEl>
                                          <p:spTgt spid="15"/>
                                        </p:tgtEl>
                                        <p:attrNameLst>
                                          <p:attrName>ppt_x</p:attrName>
                                        </p:attrNameLst>
                                      </p:cBhvr>
                                      <p:tavLst>
                                        <p:tav tm="0">
                                          <p:val>
                                            <p:strVal val="1+#ppt_w/2"/>
                                          </p:val>
                                        </p:tav>
                                        <p:tav tm="100000">
                                          <p:val>
                                            <p:strVal val="#ppt_x"/>
                                          </p:val>
                                        </p:tav>
                                      </p:tavLst>
                                    </p:anim>
                                    <p:anim calcmode="lin" valueType="num">
                                      <p:cBhvr additive="base">
                                        <p:cTn id="66" dur="2000" fill="hold"/>
                                        <p:tgtEl>
                                          <p:spTgt spid="15"/>
                                        </p:tgtEl>
                                        <p:attrNameLst>
                                          <p:attrName>ppt_y</p:attrName>
                                        </p:attrNameLst>
                                      </p:cBhvr>
                                      <p:tavLst>
                                        <p:tav tm="0">
                                          <p:val>
                                            <p:strVal val="#ppt_y"/>
                                          </p:val>
                                        </p:tav>
                                        <p:tav tm="100000">
                                          <p:val>
                                            <p:strVal val="#ppt_y"/>
                                          </p:val>
                                        </p:tav>
                                      </p:tavLst>
                                    </p:anim>
                                  </p:childTnLst>
                                </p:cTn>
                              </p:par>
                              <p:par>
                                <p:cTn id="67" presetID="2" presetClass="entr" presetSubtype="2" fill="hold" grpId="0" nodeType="withEffect">
                                  <p:stCondLst>
                                    <p:cond delay="0"/>
                                  </p:stCondLst>
                                  <p:childTnLst>
                                    <p:set>
                                      <p:cBhvr>
                                        <p:cTn id="68" dur="1" fill="hold">
                                          <p:stCondLst>
                                            <p:cond delay="0"/>
                                          </p:stCondLst>
                                        </p:cTn>
                                        <p:tgtEl>
                                          <p:spTgt spid="14"/>
                                        </p:tgtEl>
                                        <p:attrNameLst>
                                          <p:attrName>style.visibility</p:attrName>
                                        </p:attrNameLst>
                                      </p:cBhvr>
                                      <p:to>
                                        <p:strVal val="visible"/>
                                      </p:to>
                                    </p:set>
                                    <p:anim calcmode="lin" valueType="num">
                                      <p:cBhvr additive="base">
                                        <p:cTn id="69" dur="2000" fill="hold"/>
                                        <p:tgtEl>
                                          <p:spTgt spid="14"/>
                                        </p:tgtEl>
                                        <p:attrNameLst>
                                          <p:attrName>ppt_x</p:attrName>
                                        </p:attrNameLst>
                                      </p:cBhvr>
                                      <p:tavLst>
                                        <p:tav tm="0">
                                          <p:val>
                                            <p:strVal val="1+#ppt_w/2"/>
                                          </p:val>
                                        </p:tav>
                                        <p:tav tm="100000">
                                          <p:val>
                                            <p:strVal val="#ppt_x"/>
                                          </p:val>
                                        </p:tav>
                                      </p:tavLst>
                                    </p:anim>
                                    <p:anim calcmode="lin" valueType="num">
                                      <p:cBhvr additive="base">
                                        <p:cTn id="70" dur="2000" fill="hold"/>
                                        <p:tgtEl>
                                          <p:spTgt spid="14"/>
                                        </p:tgtEl>
                                        <p:attrNameLst>
                                          <p:attrName>ppt_y</p:attrName>
                                        </p:attrNameLst>
                                      </p:cBhvr>
                                      <p:tavLst>
                                        <p:tav tm="0">
                                          <p:val>
                                            <p:strVal val="#ppt_y"/>
                                          </p:val>
                                        </p:tav>
                                        <p:tav tm="100000">
                                          <p:val>
                                            <p:strVal val="#ppt_y"/>
                                          </p:val>
                                        </p:tav>
                                      </p:tavLst>
                                    </p:anim>
                                  </p:childTnLst>
                                </p:cTn>
                              </p:par>
                            </p:childTnLst>
                          </p:cTn>
                        </p:par>
                      </p:childTnLst>
                    </p:cTn>
                  </p:par>
                  <p:par>
                    <p:cTn id="71" fill="hold">
                      <p:stCondLst>
                        <p:cond delay="indefinite"/>
                      </p:stCondLst>
                      <p:childTnLst>
                        <p:par>
                          <p:cTn id="72" fill="hold">
                            <p:stCondLst>
                              <p:cond delay="0"/>
                            </p:stCondLst>
                            <p:childTnLst>
                              <p:par>
                                <p:cTn id="73" presetID="2" presetClass="entr" presetSubtype="8" fill="hold" grpId="0" nodeType="clickEffect">
                                  <p:stCondLst>
                                    <p:cond delay="0"/>
                                  </p:stCondLst>
                                  <p:childTnLst>
                                    <p:set>
                                      <p:cBhvr>
                                        <p:cTn id="74" dur="1" fill="hold">
                                          <p:stCondLst>
                                            <p:cond delay="0"/>
                                          </p:stCondLst>
                                        </p:cTn>
                                        <p:tgtEl>
                                          <p:spTgt spid="48"/>
                                        </p:tgtEl>
                                        <p:attrNameLst>
                                          <p:attrName>style.visibility</p:attrName>
                                        </p:attrNameLst>
                                      </p:cBhvr>
                                      <p:to>
                                        <p:strVal val="visible"/>
                                      </p:to>
                                    </p:set>
                                    <p:anim calcmode="lin" valueType="num">
                                      <p:cBhvr additive="base">
                                        <p:cTn id="75" dur="2000" fill="hold"/>
                                        <p:tgtEl>
                                          <p:spTgt spid="48"/>
                                        </p:tgtEl>
                                        <p:attrNameLst>
                                          <p:attrName>ppt_x</p:attrName>
                                        </p:attrNameLst>
                                      </p:cBhvr>
                                      <p:tavLst>
                                        <p:tav tm="0">
                                          <p:val>
                                            <p:strVal val="0-#ppt_w/2"/>
                                          </p:val>
                                        </p:tav>
                                        <p:tav tm="100000">
                                          <p:val>
                                            <p:strVal val="#ppt_x"/>
                                          </p:val>
                                        </p:tav>
                                      </p:tavLst>
                                    </p:anim>
                                    <p:anim calcmode="lin" valueType="num">
                                      <p:cBhvr additive="base">
                                        <p:cTn id="76" dur="2000" fill="hold"/>
                                        <p:tgtEl>
                                          <p:spTgt spid="48"/>
                                        </p:tgtEl>
                                        <p:attrNameLst>
                                          <p:attrName>ppt_y</p:attrName>
                                        </p:attrNameLst>
                                      </p:cBhvr>
                                      <p:tavLst>
                                        <p:tav tm="0">
                                          <p:val>
                                            <p:strVal val="#ppt_y"/>
                                          </p:val>
                                        </p:tav>
                                        <p:tav tm="100000">
                                          <p:val>
                                            <p:strVal val="#ppt_y"/>
                                          </p:val>
                                        </p:tav>
                                      </p:tavLst>
                                    </p:anim>
                                  </p:childTnLst>
                                </p:cTn>
                              </p:par>
                            </p:childTnLst>
                          </p:cTn>
                        </p:par>
                      </p:childTnLst>
                    </p:cTn>
                  </p:par>
                  <p:par>
                    <p:cTn id="77" fill="hold">
                      <p:stCondLst>
                        <p:cond delay="indefinite"/>
                      </p:stCondLst>
                      <p:childTnLst>
                        <p:par>
                          <p:cTn id="78" fill="hold">
                            <p:stCondLst>
                              <p:cond delay="0"/>
                            </p:stCondLst>
                            <p:childTnLst>
                              <p:par>
                                <p:cTn id="79" presetID="2" presetClass="entr" presetSubtype="8" fill="hold" grpId="0" nodeType="clickEffect">
                                  <p:stCondLst>
                                    <p:cond delay="0"/>
                                  </p:stCondLst>
                                  <p:childTnLst>
                                    <p:set>
                                      <p:cBhvr>
                                        <p:cTn id="80" dur="1" fill="hold">
                                          <p:stCondLst>
                                            <p:cond delay="0"/>
                                          </p:stCondLst>
                                        </p:cTn>
                                        <p:tgtEl>
                                          <p:spTgt spid="51"/>
                                        </p:tgtEl>
                                        <p:attrNameLst>
                                          <p:attrName>style.visibility</p:attrName>
                                        </p:attrNameLst>
                                      </p:cBhvr>
                                      <p:to>
                                        <p:strVal val="visible"/>
                                      </p:to>
                                    </p:set>
                                    <p:anim calcmode="lin" valueType="num">
                                      <p:cBhvr additive="base">
                                        <p:cTn id="81" dur="2000" fill="hold"/>
                                        <p:tgtEl>
                                          <p:spTgt spid="51"/>
                                        </p:tgtEl>
                                        <p:attrNameLst>
                                          <p:attrName>ppt_x</p:attrName>
                                        </p:attrNameLst>
                                      </p:cBhvr>
                                      <p:tavLst>
                                        <p:tav tm="0">
                                          <p:val>
                                            <p:strVal val="0-#ppt_w/2"/>
                                          </p:val>
                                        </p:tav>
                                        <p:tav tm="100000">
                                          <p:val>
                                            <p:strVal val="#ppt_x"/>
                                          </p:val>
                                        </p:tav>
                                      </p:tavLst>
                                    </p:anim>
                                    <p:anim calcmode="lin" valueType="num">
                                      <p:cBhvr additive="base">
                                        <p:cTn id="82" dur="2000" fill="hold"/>
                                        <p:tgtEl>
                                          <p:spTgt spid="51"/>
                                        </p:tgtEl>
                                        <p:attrNameLst>
                                          <p:attrName>ppt_y</p:attrName>
                                        </p:attrNameLst>
                                      </p:cBhvr>
                                      <p:tavLst>
                                        <p:tav tm="0">
                                          <p:val>
                                            <p:strVal val="#ppt_y"/>
                                          </p:val>
                                        </p:tav>
                                        <p:tav tm="100000">
                                          <p:val>
                                            <p:strVal val="#ppt_y"/>
                                          </p:val>
                                        </p:tav>
                                      </p:tavLst>
                                    </p:anim>
                                  </p:childTnLst>
                                </p:cTn>
                              </p:par>
                            </p:childTnLst>
                          </p:cTn>
                        </p:par>
                      </p:childTnLst>
                    </p:cTn>
                  </p:par>
                  <p:par>
                    <p:cTn id="83" fill="hold">
                      <p:stCondLst>
                        <p:cond delay="indefinite"/>
                      </p:stCondLst>
                      <p:childTnLst>
                        <p:par>
                          <p:cTn id="84" fill="hold">
                            <p:stCondLst>
                              <p:cond delay="0"/>
                            </p:stCondLst>
                            <p:childTnLst>
                              <p:par>
                                <p:cTn id="85" presetID="2" presetClass="entr" presetSubtype="8" fill="hold" grpId="0" nodeType="clickEffect">
                                  <p:stCondLst>
                                    <p:cond delay="0"/>
                                  </p:stCondLst>
                                  <p:childTnLst>
                                    <p:set>
                                      <p:cBhvr>
                                        <p:cTn id="86" dur="1" fill="hold">
                                          <p:stCondLst>
                                            <p:cond delay="0"/>
                                          </p:stCondLst>
                                        </p:cTn>
                                        <p:tgtEl>
                                          <p:spTgt spid="35"/>
                                        </p:tgtEl>
                                        <p:attrNameLst>
                                          <p:attrName>style.visibility</p:attrName>
                                        </p:attrNameLst>
                                      </p:cBhvr>
                                      <p:to>
                                        <p:strVal val="visible"/>
                                      </p:to>
                                    </p:set>
                                    <p:anim calcmode="lin" valueType="num">
                                      <p:cBhvr additive="base">
                                        <p:cTn id="87" dur="3000" fill="hold"/>
                                        <p:tgtEl>
                                          <p:spTgt spid="35"/>
                                        </p:tgtEl>
                                        <p:attrNameLst>
                                          <p:attrName>ppt_x</p:attrName>
                                        </p:attrNameLst>
                                      </p:cBhvr>
                                      <p:tavLst>
                                        <p:tav tm="0">
                                          <p:val>
                                            <p:strVal val="0-#ppt_w/2"/>
                                          </p:val>
                                        </p:tav>
                                        <p:tav tm="100000">
                                          <p:val>
                                            <p:strVal val="#ppt_x"/>
                                          </p:val>
                                        </p:tav>
                                      </p:tavLst>
                                    </p:anim>
                                    <p:anim calcmode="lin" valueType="num">
                                      <p:cBhvr additive="base">
                                        <p:cTn id="88" dur="3000" fill="hold"/>
                                        <p:tgtEl>
                                          <p:spTgt spid="35"/>
                                        </p:tgtEl>
                                        <p:attrNameLst>
                                          <p:attrName>ppt_y</p:attrName>
                                        </p:attrNameLst>
                                      </p:cBhvr>
                                      <p:tavLst>
                                        <p:tav tm="0">
                                          <p:val>
                                            <p:strVal val="#ppt_y"/>
                                          </p:val>
                                        </p:tav>
                                        <p:tav tm="100000">
                                          <p:val>
                                            <p:strVal val="#ppt_y"/>
                                          </p:val>
                                        </p:tav>
                                      </p:tavLst>
                                    </p:anim>
                                  </p:childTnLst>
                                </p:cTn>
                              </p:par>
                              <p:par>
                                <p:cTn id="89" presetID="2" presetClass="entr" presetSubtype="4" fill="hold" grpId="0" nodeType="withEffect">
                                  <p:stCondLst>
                                    <p:cond delay="0"/>
                                  </p:stCondLst>
                                  <p:childTnLst>
                                    <p:set>
                                      <p:cBhvr>
                                        <p:cTn id="90" dur="1" fill="hold">
                                          <p:stCondLst>
                                            <p:cond delay="0"/>
                                          </p:stCondLst>
                                        </p:cTn>
                                        <p:tgtEl>
                                          <p:spTgt spid="38"/>
                                        </p:tgtEl>
                                        <p:attrNameLst>
                                          <p:attrName>style.visibility</p:attrName>
                                        </p:attrNameLst>
                                      </p:cBhvr>
                                      <p:to>
                                        <p:strVal val="visible"/>
                                      </p:to>
                                    </p:set>
                                    <p:anim calcmode="lin" valueType="num">
                                      <p:cBhvr additive="base">
                                        <p:cTn id="91" dur="3000" fill="hold"/>
                                        <p:tgtEl>
                                          <p:spTgt spid="38"/>
                                        </p:tgtEl>
                                        <p:attrNameLst>
                                          <p:attrName>ppt_x</p:attrName>
                                        </p:attrNameLst>
                                      </p:cBhvr>
                                      <p:tavLst>
                                        <p:tav tm="0">
                                          <p:val>
                                            <p:strVal val="#ppt_x"/>
                                          </p:val>
                                        </p:tav>
                                        <p:tav tm="100000">
                                          <p:val>
                                            <p:strVal val="#ppt_x"/>
                                          </p:val>
                                        </p:tav>
                                      </p:tavLst>
                                    </p:anim>
                                    <p:anim calcmode="lin" valueType="num">
                                      <p:cBhvr additive="base">
                                        <p:cTn id="92" dur="3000" fill="hold"/>
                                        <p:tgtEl>
                                          <p:spTgt spid="38"/>
                                        </p:tgtEl>
                                        <p:attrNameLst>
                                          <p:attrName>ppt_y</p:attrName>
                                        </p:attrNameLst>
                                      </p:cBhvr>
                                      <p:tavLst>
                                        <p:tav tm="0">
                                          <p:val>
                                            <p:strVal val="1+#ppt_h/2"/>
                                          </p:val>
                                        </p:tav>
                                        <p:tav tm="100000">
                                          <p:val>
                                            <p:strVal val="#ppt_y"/>
                                          </p:val>
                                        </p:tav>
                                      </p:tavLst>
                                    </p:anim>
                                  </p:childTnLst>
                                </p:cTn>
                              </p:par>
                              <p:par>
                                <p:cTn id="93" presetID="2" presetClass="entr" presetSubtype="4" fill="hold" grpId="0" nodeType="withEffect">
                                  <p:stCondLst>
                                    <p:cond delay="0"/>
                                  </p:stCondLst>
                                  <p:childTnLst>
                                    <p:set>
                                      <p:cBhvr>
                                        <p:cTn id="94" dur="1" fill="hold">
                                          <p:stCondLst>
                                            <p:cond delay="0"/>
                                          </p:stCondLst>
                                        </p:cTn>
                                        <p:tgtEl>
                                          <p:spTgt spid="52"/>
                                        </p:tgtEl>
                                        <p:attrNameLst>
                                          <p:attrName>style.visibility</p:attrName>
                                        </p:attrNameLst>
                                      </p:cBhvr>
                                      <p:to>
                                        <p:strVal val="visible"/>
                                      </p:to>
                                    </p:set>
                                    <p:anim calcmode="lin" valueType="num">
                                      <p:cBhvr additive="base">
                                        <p:cTn id="95" dur="3000" fill="hold"/>
                                        <p:tgtEl>
                                          <p:spTgt spid="52"/>
                                        </p:tgtEl>
                                        <p:attrNameLst>
                                          <p:attrName>ppt_x</p:attrName>
                                        </p:attrNameLst>
                                      </p:cBhvr>
                                      <p:tavLst>
                                        <p:tav tm="0">
                                          <p:val>
                                            <p:strVal val="#ppt_x"/>
                                          </p:val>
                                        </p:tav>
                                        <p:tav tm="100000">
                                          <p:val>
                                            <p:strVal val="#ppt_x"/>
                                          </p:val>
                                        </p:tav>
                                      </p:tavLst>
                                    </p:anim>
                                    <p:anim calcmode="lin" valueType="num">
                                      <p:cBhvr additive="base">
                                        <p:cTn id="96" dur="3000" fill="hold"/>
                                        <p:tgtEl>
                                          <p:spTgt spid="52"/>
                                        </p:tgtEl>
                                        <p:attrNameLst>
                                          <p:attrName>ppt_y</p:attrName>
                                        </p:attrNameLst>
                                      </p:cBhvr>
                                      <p:tavLst>
                                        <p:tav tm="0">
                                          <p:val>
                                            <p:strVal val="1+#ppt_h/2"/>
                                          </p:val>
                                        </p:tav>
                                        <p:tav tm="100000">
                                          <p:val>
                                            <p:strVal val="#ppt_y"/>
                                          </p:val>
                                        </p:tav>
                                      </p:tavLst>
                                    </p:anim>
                                  </p:childTnLst>
                                </p:cTn>
                              </p:par>
                              <p:par>
                                <p:cTn id="97" presetID="2" presetClass="entr" presetSubtype="4" fill="hold" grpId="0" nodeType="withEffect">
                                  <p:stCondLst>
                                    <p:cond delay="0"/>
                                  </p:stCondLst>
                                  <p:childTnLst>
                                    <p:set>
                                      <p:cBhvr>
                                        <p:cTn id="98" dur="1" fill="hold">
                                          <p:stCondLst>
                                            <p:cond delay="0"/>
                                          </p:stCondLst>
                                        </p:cTn>
                                        <p:tgtEl>
                                          <p:spTgt spid="53"/>
                                        </p:tgtEl>
                                        <p:attrNameLst>
                                          <p:attrName>style.visibility</p:attrName>
                                        </p:attrNameLst>
                                      </p:cBhvr>
                                      <p:to>
                                        <p:strVal val="visible"/>
                                      </p:to>
                                    </p:set>
                                    <p:anim calcmode="lin" valueType="num">
                                      <p:cBhvr additive="base">
                                        <p:cTn id="99" dur="3000" fill="hold"/>
                                        <p:tgtEl>
                                          <p:spTgt spid="53"/>
                                        </p:tgtEl>
                                        <p:attrNameLst>
                                          <p:attrName>ppt_x</p:attrName>
                                        </p:attrNameLst>
                                      </p:cBhvr>
                                      <p:tavLst>
                                        <p:tav tm="0">
                                          <p:val>
                                            <p:strVal val="#ppt_x"/>
                                          </p:val>
                                        </p:tav>
                                        <p:tav tm="100000">
                                          <p:val>
                                            <p:strVal val="#ppt_x"/>
                                          </p:val>
                                        </p:tav>
                                      </p:tavLst>
                                    </p:anim>
                                    <p:anim calcmode="lin" valueType="num">
                                      <p:cBhvr additive="base">
                                        <p:cTn id="100" dur="3000" fill="hold"/>
                                        <p:tgtEl>
                                          <p:spTgt spid="53"/>
                                        </p:tgtEl>
                                        <p:attrNameLst>
                                          <p:attrName>ppt_y</p:attrName>
                                        </p:attrNameLst>
                                      </p:cBhvr>
                                      <p:tavLst>
                                        <p:tav tm="0">
                                          <p:val>
                                            <p:strVal val="1+#ppt_h/2"/>
                                          </p:val>
                                        </p:tav>
                                        <p:tav tm="100000">
                                          <p:val>
                                            <p:strVal val="#ppt_y"/>
                                          </p:val>
                                        </p:tav>
                                      </p:tavLst>
                                    </p:anim>
                                  </p:childTnLst>
                                </p:cTn>
                              </p:par>
                            </p:childTnLst>
                          </p:cTn>
                        </p:par>
                      </p:childTnLst>
                    </p:cTn>
                  </p:par>
                  <p:par>
                    <p:cTn id="101" fill="hold">
                      <p:stCondLst>
                        <p:cond delay="indefinite"/>
                      </p:stCondLst>
                      <p:childTnLst>
                        <p:par>
                          <p:cTn id="102" fill="hold">
                            <p:stCondLst>
                              <p:cond delay="0"/>
                            </p:stCondLst>
                            <p:childTnLst>
                              <p:par>
                                <p:cTn id="103" presetID="2" presetClass="entr" presetSubtype="8" fill="hold" grpId="0" nodeType="clickEffect">
                                  <p:stCondLst>
                                    <p:cond delay="0"/>
                                  </p:stCondLst>
                                  <p:childTnLst>
                                    <p:set>
                                      <p:cBhvr>
                                        <p:cTn id="104" dur="1" fill="hold">
                                          <p:stCondLst>
                                            <p:cond delay="0"/>
                                          </p:stCondLst>
                                        </p:cTn>
                                        <p:tgtEl>
                                          <p:spTgt spid="55"/>
                                        </p:tgtEl>
                                        <p:attrNameLst>
                                          <p:attrName>style.visibility</p:attrName>
                                        </p:attrNameLst>
                                      </p:cBhvr>
                                      <p:to>
                                        <p:strVal val="visible"/>
                                      </p:to>
                                    </p:set>
                                    <p:anim calcmode="lin" valueType="num">
                                      <p:cBhvr additive="base">
                                        <p:cTn id="105" dur="3000" fill="hold"/>
                                        <p:tgtEl>
                                          <p:spTgt spid="55"/>
                                        </p:tgtEl>
                                        <p:attrNameLst>
                                          <p:attrName>ppt_x</p:attrName>
                                        </p:attrNameLst>
                                      </p:cBhvr>
                                      <p:tavLst>
                                        <p:tav tm="0">
                                          <p:val>
                                            <p:strVal val="0-#ppt_w/2"/>
                                          </p:val>
                                        </p:tav>
                                        <p:tav tm="100000">
                                          <p:val>
                                            <p:strVal val="#ppt_x"/>
                                          </p:val>
                                        </p:tav>
                                      </p:tavLst>
                                    </p:anim>
                                    <p:anim calcmode="lin" valueType="num">
                                      <p:cBhvr additive="base">
                                        <p:cTn id="106" dur="3000" fill="hold"/>
                                        <p:tgtEl>
                                          <p:spTgt spid="55"/>
                                        </p:tgtEl>
                                        <p:attrNameLst>
                                          <p:attrName>ppt_y</p:attrName>
                                        </p:attrNameLst>
                                      </p:cBhvr>
                                      <p:tavLst>
                                        <p:tav tm="0">
                                          <p:val>
                                            <p:strVal val="#ppt_y"/>
                                          </p:val>
                                        </p:tav>
                                        <p:tav tm="100000">
                                          <p:val>
                                            <p:strVal val="#ppt_y"/>
                                          </p:val>
                                        </p:tav>
                                      </p:tavLst>
                                    </p:anim>
                                  </p:childTnLst>
                                </p:cTn>
                              </p:par>
                            </p:childTnLst>
                          </p:cTn>
                        </p:par>
                      </p:childTnLst>
                    </p:cTn>
                  </p:par>
                  <p:par>
                    <p:cTn id="107" fill="hold">
                      <p:stCondLst>
                        <p:cond delay="indefinite"/>
                      </p:stCondLst>
                      <p:childTnLst>
                        <p:par>
                          <p:cTn id="108" fill="hold">
                            <p:stCondLst>
                              <p:cond delay="0"/>
                            </p:stCondLst>
                            <p:childTnLst>
                              <p:par>
                                <p:cTn id="109" presetID="2" presetClass="entr" presetSubtype="8" fill="hold" grpId="0" nodeType="clickEffect">
                                  <p:stCondLst>
                                    <p:cond delay="0"/>
                                  </p:stCondLst>
                                  <p:childTnLst>
                                    <p:set>
                                      <p:cBhvr>
                                        <p:cTn id="110" dur="1" fill="hold">
                                          <p:stCondLst>
                                            <p:cond delay="0"/>
                                          </p:stCondLst>
                                        </p:cTn>
                                        <p:tgtEl>
                                          <p:spTgt spid="58"/>
                                        </p:tgtEl>
                                        <p:attrNameLst>
                                          <p:attrName>style.visibility</p:attrName>
                                        </p:attrNameLst>
                                      </p:cBhvr>
                                      <p:to>
                                        <p:strVal val="visible"/>
                                      </p:to>
                                    </p:set>
                                    <p:anim calcmode="lin" valueType="num">
                                      <p:cBhvr additive="base">
                                        <p:cTn id="111" dur="3000" fill="hold"/>
                                        <p:tgtEl>
                                          <p:spTgt spid="58"/>
                                        </p:tgtEl>
                                        <p:attrNameLst>
                                          <p:attrName>ppt_x</p:attrName>
                                        </p:attrNameLst>
                                      </p:cBhvr>
                                      <p:tavLst>
                                        <p:tav tm="0">
                                          <p:val>
                                            <p:strVal val="0-#ppt_w/2"/>
                                          </p:val>
                                        </p:tav>
                                        <p:tav tm="100000">
                                          <p:val>
                                            <p:strVal val="#ppt_x"/>
                                          </p:val>
                                        </p:tav>
                                      </p:tavLst>
                                    </p:anim>
                                    <p:anim calcmode="lin" valueType="num">
                                      <p:cBhvr additive="base">
                                        <p:cTn id="112" dur="3000" fill="hold"/>
                                        <p:tgtEl>
                                          <p:spTgt spid="58"/>
                                        </p:tgtEl>
                                        <p:attrNameLst>
                                          <p:attrName>ppt_y</p:attrName>
                                        </p:attrNameLst>
                                      </p:cBhvr>
                                      <p:tavLst>
                                        <p:tav tm="0">
                                          <p:val>
                                            <p:strVal val="#ppt_y"/>
                                          </p:val>
                                        </p:tav>
                                        <p:tav tm="100000">
                                          <p:val>
                                            <p:strVal val="#ppt_y"/>
                                          </p:val>
                                        </p:tav>
                                      </p:tavLst>
                                    </p:anim>
                                  </p:childTnLst>
                                </p:cTn>
                              </p:par>
                            </p:childTnLst>
                          </p:cTn>
                        </p:par>
                      </p:childTnLst>
                    </p:cTn>
                  </p:par>
                  <p:par>
                    <p:cTn id="113" fill="hold">
                      <p:stCondLst>
                        <p:cond delay="indefinite"/>
                      </p:stCondLst>
                      <p:childTnLst>
                        <p:par>
                          <p:cTn id="114" fill="hold">
                            <p:stCondLst>
                              <p:cond delay="0"/>
                            </p:stCondLst>
                            <p:childTnLst>
                              <p:par>
                                <p:cTn id="115" presetID="2" presetClass="entr" presetSubtype="8" fill="hold" grpId="0" nodeType="clickEffect">
                                  <p:stCondLst>
                                    <p:cond delay="0"/>
                                  </p:stCondLst>
                                  <p:childTnLst>
                                    <p:set>
                                      <p:cBhvr>
                                        <p:cTn id="116" dur="1" fill="hold">
                                          <p:stCondLst>
                                            <p:cond delay="0"/>
                                          </p:stCondLst>
                                        </p:cTn>
                                        <p:tgtEl>
                                          <p:spTgt spid="59"/>
                                        </p:tgtEl>
                                        <p:attrNameLst>
                                          <p:attrName>style.visibility</p:attrName>
                                        </p:attrNameLst>
                                      </p:cBhvr>
                                      <p:to>
                                        <p:strVal val="visible"/>
                                      </p:to>
                                    </p:set>
                                    <p:anim calcmode="lin" valueType="num">
                                      <p:cBhvr additive="base">
                                        <p:cTn id="117" dur="3000" fill="hold"/>
                                        <p:tgtEl>
                                          <p:spTgt spid="59"/>
                                        </p:tgtEl>
                                        <p:attrNameLst>
                                          <p:attrName>ppt_x</p:attrName>
                                        </p:attrNameLst>
                                      </p:cBhvr>
                                      <p:tavLst>
                                        <p:tav tm="0">
                                          <p:val>
                                            <p:strVal val="0-#ppt_w/2"/>
                                          </p:val>
                                        </p:tav>
                                        <p:tav tm="100000">
                                          <p:val>
                                            <p:strVal val="#ppt_x"/>
                                          </p:val>
                                        </p:tav>
                                      </p:tavLst>
                                    </p:anim>
                                    <p:anim calcmode="lin" valueType="num">
                                      <p:cBhvr additive="base">
                                        <p:cTn id="118" dur="3000" fill="hold"/>
                                        <p:tgtEl>
                                          <p:spTgt spid="59"/>
                                        </p:tgtEl>
                                        <p:attrNameLst>
                                          <p:attrName>ppt_y</p:attrName>
                                        </p:attrNameLst>
                                      </p:cBhvr>
                                      <p:tavLst>
                                        <p:tav tm="0">
                                          <p:val>
                                            <p:strVal val="#ppt_y"/>
                                          </p:val>
                                        </p:tav>
                                        <p:tav tm="100000">
                                          <p:val>
                                            <p:strVal val="#ppt_y"/>
                                          </p:val>
                                        </p:tav>
                                      </p:tavLst>
                                    </p:anim>
                                  </p:childTnLst>
                                </p:cTn>
                              </p:par>
                            </p:childTnLst>
                          </p:cTn>
                        </p:par>
                      </p:childTnLst>
                    </p:cTn>
                  </p:par>
                  <p:par>
                    <p:cTn id="119" fill="hold">
                      <p:stCondLst>
                        <p:cond delay="indefinite"/>
                      </p:stCondLst>
                      <p:childTnLst>
                        <p:par>
                          <p:cTn id="120" fill="hold">
                            <p:stCondLst>
                              <p:cond delay="0"/>
                            </p:stCondLst>
                            <p:childTnLst>
                              <p:par>
                                <p:cTn id="121" presetID="2" presetClass="entr" presetSubtype="8" fill="hold" grpId="0" nodeType="clickEffect">
                                  <p:stCondLst>
                                    <p:cond delay="0"/>
                                  </p:stCondLst>
                                  <p:childTnLst>
                                    <p:set>
                                      <p:cBhvr>
                                        <p:cTn id="122" dur="1" fill="hold">
                                          <p:stCondLst>
                                            <p:cond delay="0"/>
                                          </p:stCondLst>
                                        </p:cTn>
                                        <p:tgtEl>
                                          <p:spTgt spid="60"/>
                                        </p:tgtEl>
                                        <p:attrNameLst>
                                          <p:attrName>style.visibility</p:attrName>
                                        </p:attrNameLst>
                                      </p:cBhvr>
                                      <p:to>
                                        <p:strVal val="visible"/>
                                      </p:to>
                                    </p:set>
                                    <p:anim calcmode="lin" valueType="num">
                                      <p:cBhvr additive="base">
                                        <p:cTn id="123" dur="3000" fill="hold"/>
                                        <p:tgtEl>
                                          <p:spTgt spid="60"/>
                                        </p:tgtEl>
                                        <p:attrNameLst>
                                          <p:attrName>ppt_x</p:attrName>
                                        </p:attrNameLst>
                                      </p:cBhvr>
                                      <p:tavLst>
                                        <p:tav tm="0">
                                          <p:val>
                                            <p:strVal val="0-#ppt_w/2"/>
                                          </p:val>
                                        </p:tav>
                                        <p:tav tm="100000">
                                          <p:val>
                                            <p:strVal val="#ppt_x"/>
                                          </p:val>
                                        </p:tav>
                                      </p:tavLst>
                                    </p:anim>
                                    <p:anim calcmode="lin" valueType="num">
                                      <p:cBhvr additive="base">
                                        <p:cTn id="124" dur="3000" fill="hold"/>
                                        <p:tgtEl>
                                          <p:spTgt spid="60"/>
                                        </p:tgtEl>
                                        <p:attrNameLst>
                                          <p:attrName>ppt_y</p:attrName>
                                        </p:attrNameLst>
                                      </p:cBhvr>
                                      <p:tavLst>
                                        <p:tav tm="0">
                                          <p:val>
                                            <p:strVal val="#ppt_y"/>
                                          </p:val>
                                        </p:tav>
                                        <p:tav tm="100000">
                                          <p:val>
                                            <p:strVal val="#ppt_y"/>
                                          </p:val>
                                        </p:tav>
                                      </p:tavLst>
                                    </p:anim>
                                  </p:childTnLst>
                                </p:cTn>
                              </p:par>
                            </p:childTnLst>
                          </p:cTn>
                        </p:par>
                      </p:childTnLst>
                    </p:cTn>
                  </p:par>
                  <p:par>
                    <p:cTn id="125" fill="hold">
                      <p:stCondLst>
                        <p:cond delay="indefinite"/>
                      </p:stCondLst>
                      <p:childTnLst>
                        <p:par>
                          <p:cTn id="126" fill="hold">
                            <p:stCondLst>
                              <p:cond delay="0"/>
                            </p:stCondLst>
                            <p:childTnLst>
                              <p:par>
                                <p:cTn id="127" presetID="2" presetClass="entr" presetSubtype="8" fill="hold" grpId="0" nodeType="clickEffect">
                                  <p:stCondLst>
                                    <p:cond delay="0"/>
                                  </p:stCondLst>
                                  <p:childTnLst>
                                    <p:set>
                                      <p:cBhvr>
                                        <p:cTn id="128" dur="1" fill="hold">
                                          <p:stCondLst>
                                            <p:cond delay="0"/>
                                          </p:stCondLst>
                                        </p:cTn>
                                        <p:tgtEl>
                                          <p:spTgt spid="61"/>
                                        </p:tgtEl>
                                        <p:attrNameLst>
                                          <p:attrName>style.visibility</p:attrName>
                                        </p:attrNameLst>
                                      </p:cBhvr>
                                      <p:to>
                                        <p:strVal val="visible"/>
                                      </p:to>
                                    </p:set>
                                    <p:anim calcmode="lin" valueType="num">
                                      <p:cBhvr additive="base">
                                        <p:cTn id="129" dur="3000" fill="hold"/>
                                        <p:tgtEl>
                                          <p:spTgt spid="61"/>
                                        </p:tgtEl>
                                        <p:attrNameLst>
                                          <p:attrName>ppt_x</p:attrName>
                                        </p:attrNameLst>
                                      </p:cBhvr>
                                      <p:tavLst>
                                        <p:tav tm="0">
                                          <p:val>
                                            <p:strVal val="0-#ppt_w/2"/>
                                          </p:val>
                                        </p:tav>
                                        <p:tav tm="100000">
                                          <p:val>
                                            <p:strVal val="#ppt_x"/>
                                          </p:val>
                                        </p:tav>
                                      </p:tavLst>
                                    </p:anim>
                                    <p:anim calcmode="lin" valueType="num">
                                      <p:cBhvr additive="base">
                                        <p:cTn id="130" dur="3000" fill="hold"/>
                                        <p:tgtEl>
                                          <p:spTgt spid="61"/>
                                        </p:tgtEl>
                                        <p:attrNameLst>
                                          <p:attrName>ppt_y</p:attrName>
                                        </p:attrNameLst>
                                      </p:cBhvr>
                                      <p:tavLst>
                                        <p:tav tm="0">
                                          <p:val>
                                            <p:strVal val="#ppt_y"/>
                                          </p:val>
                                        </p:tav>
                                        <p:tav tm="100000">
                                          <p:val>
                                            <p:strVal val="#ppt_y"/>
                                          </p:val>
                                        </p:tav>
                                      </p:tavLst>
                                    </p:anim>
                                  </p:childTnLst>
                                </p:cTn>
                              </p:par>
                            </p:childTnLst>
                          </p:cTn>
                        </p:par>
                      </p:childTnLst>
                    </p:cTn>
                  </p:par>
                  <p:par>
                    <p:cTn id="131" fill="hold">
                      <p:stCondLst>
                        <p:cond delay="indefinite"/>
                      </p:stCondLst>
                      <p:childTnLst>
                        <p:par>
                          <p:cTn id="132" fill="hold">
                            <p:stCondLst>
                              <p:cond delay="0"/>
                            </p:stCondLst>
                            <p:childTnLst>
                              <p:par>
                                <p:cTn id="133" presetID="2" presetClass="entr" presetSubtype="8" fill="hold" grpId="0" nodeType="clickEffect">
                                  <p:stCondLst>
                                    <p:cond delay="0"/>
                                  </p:stCondLst>
                                  <p:childTnLst>
                                    <p:set>
                                      <p:cBhvr>
                                        <p:cTn id="134" dur="1" fill="hold">
                                          <p:stCondLst>
                                            <p:cond delay="0"/>
                                          </p:stCondLst>
                                        </p:cTn>
                                        <p:tgtEl>
                                          <p:spTgt spid="45"/>
                                        </p:tgtEl>
                                        <p:attrNameLst>
                                          <p:attrName>style.visibility</p:attrName>
                                        </p:attrNameLst>
                                      </p:cBhvr>
                                      <p:to>
                                        <p:strVal val="visible"/>
                                      </p:to>
                                    </p:set>
                                    <p:anim calcmode="lin" valueType="num">
                                      <p:cBhvr additive="base">
                                        <p:cTn id="135" dur="3000" fill="hold"/>
                                        <p:tgtEl>
                                          <p:spTgt spid="45"/>
                                        </p:tgtEl>
                                        <p:attrNameLst>
                                          <p:attrName>ppt_x</p:attrName>
                                        </p:attrNameLst>
                                      </p:cBhvr>
                                      <p:tavLst>
                                        <p:tav tm="0">
                                          <p:val>
                                            <p:strVal val="0-#ppt_w/2"/>
                                          </p:val>
                                        </p:tav>
                                        <p:tav tm="100000">
                                          <p:val>
                                            <p:strVal val="#ppt_x"/>
                                          </p:val>
                                        </p:tav>
                                      </p:tavLst>
                                    </p:anim>
                                    <p:anim calcmode="lin" valueType="num">
                                      <p:cBhvr additive="base">
                                        <p:cTn id="136" dur="3000" fill="hold"/>
                                        <p:tgtEl>
                                          <p:spTgt spid="45"/>
                                        </p:tgtEl>
                                        <p:attrNameLst>
                                          <p:attrName>ppt_y</p:attrName>
                                        </p:attrNameLst>
                                      </p:cBhvr>
                                      <p:tavLst>
                                        <p:tav tm="0">
                                          <p:val>
                                            <p:strVal val="#ppt_y"/>
                                          </p:val>
                                        </p:tav>
                                        <p:tav tm="100000">
                                          <p:val>
                                            <p:strVal val="#ppt_y"/>
                                          </p:val>
                                        </p:tav>
                                      </p:tavLst>
                                    </p:anim>
                                  </p:childTnLst>
                                </p:cTn>
                              </p:par>
                            </p:childTnLst>
                          </p:cTn>
                        </p:par>
                      </p:childTnLst>
                    </p:cTn>
                  </p:par>
                  <p:par>
                    <p:cTn id="137" fill="hold">
                      <p:stCondLst>
                        <p:cond delay="indefinite"/>
                      </p:stCondLst>
                      <p:childTnLst>
                        <p:par>
                          <p:cTn id="138" fill="hold">
                            <p:stCondLst>
                              <p:cond delay="0"/>
                            </p:stCondLst>
                            <p:childTnLst>
                              <p:par>
                                <p:cTn id="139" presetID="2" presetClass="entr" presetSubtype="8" fill="hold" grpId="0" nodeType="clickEffect">
                                  <p:stCondLst>
                                    <p:cond delay="0"/>
                                  </p:stCondLst>
                                  <p:childTnLst>
                                    <p:set>
                                      <p:cBhvr>
                                        <p:cTn id="140" dur="1" fill="hold">
                                          <p:stCondLst>
                                            <p:cond delay="0"/>
                                          </p:stCondLst>
                                        </p:cTn>
                                        <p:tgtEl>
                                          <p:spTgt spid="46"/>
                                        </p:tgtEl>
                                        <p:attrNameLst>
                                          <p:attrName>style.visibility</p:attrName>
                                        </p:attrNameLst>
                                      </p:cBhvr>
                                      <p:to>
                                        <p:strVal val="visible"/>
                                      </p:to>
                                    </p:set>
                                    <p:anim calcmode="lin" valueType="num">
                                      <p:cBhvr additive="base">
                                        <p:cTn id="141" dur="3000" fill="hold"/>
                                        <p:tgtEl>
                                          <p:spTgt spid="46"/>
                                        </p:tgtEl>
                                        <p:attrNameLst>
                                          <p:attrName>ppt_x</p:attrName>
                                        </p:attrNameLst>
                                      </p:cBhvr>
                                      <p:tavLst>
                                        <p:tav tm="0">
                                          <p:val>
                                            <p:strVal val="0-#ppt_w/2"/>
                                          </p:val>
                                        </p:tav>
                                        <p:tav tm="100000">
                                          <p:val>
                                            <p:strVal val="#ppt_x"/>
                                          </p:val>
                                        </p:tav>
                                      </p:tavLst>
                                    </p:anim>
                                    <p:anim calcmode="lin" valueType="num">
                                      <p:cBhvr additive="base">
                                        <p:cTn id="142" dur="3000" fill="hold"/>
                                        <p:tgtEl>
                                          <p:spTgt spid="46"/>
                                        </p:tgtEl>
                                        <p:attrNameLst>
                                          <p:attrName>ppt_y</p:attrName>
                                        </p:attrNameLst>
                                      </p:cBhvr>
                                      <p:tavLst>
                                        <p:tav tm="0">
                                          <p:val>
                                            <p:strVal val="#ppt_y"/>
                                          </p:val>
                                        </p:tav>
                                        <p:tav tm="100000">
                                          <p:val>
                                            <p:strVal val="#ppt_y"/>
                                          </p:val>
                                        </p:tav>
                                      </p:tavLst>
                                    </p:anim>
                                  </p:childTnLst>
                                </p:cTn>
                              </p:par>
                            </p:childTnLst>
                          </p:cTn>
                        </p:par>
                      </p:childTnLst>
                    </p:cTn>
                  </p:par>
                  <p:par>
                    <p:cTn id="143" fill="hold">
                      <p:stCondLst>
                        <p:cond delay="indefinite"/>
                      </p:stCondLst>
                      <p:childTnLst>
                        <p:par>
                          <p:cTn id="144" fill="hold">
                            <p:stCondLst>
                              <p:cond delay="0"/>
                            </p:stCondLst>
                            <p:childTnLst>
                              <p:par>
                                <p:cTn id="145" presetID="2" presetClass="entr" presetSubtype="8" fill="hold" grpId="0" nodeType="clickEffect">
                                  <p:stCondLst>
                                    <p:cond delay="0"/>
                                  </p:stCondLst>
                                  <p:childTnLst>
                                    <p:set>
                                      <p:cBhvr>
                                        <p:cTn id="146" dur="1" fill="hold">
                                          <p:stCondLst>
                                            <p:cond delay="0"/>
                                          </p:stCondLst>
                                        </p:cTn>
                                        <p:tgtEl>
                                          <p:spTgt spid="62"/>
                                        </p:tgtEl>
                                        <p:attrNameLst>
                                          <p:attrName>style.visibility</p:attrName>
                                        </p:attrNameLst>
                                      </p:cBhvr>
                                      <p:to>
                                        <p:strVal val="visible"/>
                                      </p:to>
                                    </p:set>
                                    <p:anim calcmode="lin" valueType="num">
                                      <p:cBhvr additive="base">
                                        <p:cTn id="147" dur="3000" fill="hold"/>
                                        <p:tgtEl>
                                          <p:spTgt spid="62"/>
                                        </p:tgtEl>
                                        <p:attrNameLst>
                                          <p:attrName>ppt_x</p:attrName>
                                        </p:attrNameLst>
                                      </p:cBhvr>
                                      <p:tavLst>
                                        <p:tav tm="0">
                                          <p:val>
                                            <p:strVal val="0-#ppt_w/2"/>
                                          </p:val>
                                        </p:tav>
                                        <p:tav tm="100000">
                                          <p:val>
                                            <p:strVal val="#ppt_x"/>
                                          </p:val>
                                        </p:tav>
                                      </p:tavLst>
                                    </p:anim>
                                    <p:anim calcmode="lin" valueType="num">
                                      <p:cBhvr additive="base">
                                        <p:cTn id="148" dur="3000" fill="hold"/>
                                        <p:tgtEl>
                                          <p:spTgt spid="62"/>
                                        </p:tgtEl>
                                        <p:attrNameLst>
                                          <p:attrName>ppt_y</p:attrName>
                                        </p:attrNameLst>
                                      </p:cBhvr>
                                      <p:tavLst>
                                        <p:tav tm="0">
                                          <p:val>
                                            <p:strVal val="#ppt_y"/>
                                          </p:val>
                                        </p:tav>
                                        <p:tav tm="100000">
                                          <p:val>
                                            <p:strVal val="#ppt_y"/>
                                          </p:val>
                                        </p:tav>
                                      </p:tavLst>
                                    </p:anim>
                                  </p:childTnLst>
                                </p:cTn>
                              </p:par>
                            </p:childTnLst>
                          </p:cTn>
                        </p:par>
                      </p:childTnLst>
                    </p:cTn>
                  </p:par>
                  <p:par>
                    <p:cTn id="149" fill="hold">
                      <p:stCondLst>
                        <p:cond delay="indefinite"/>
                      </p:stCondLst>
                      <p:childTnLst>
                        <p:par>
                          <p:cTn id="150" fill="hold">
                            <p:stCondLst>
                              <p:cond delay="0"/>
                            </p:stCondLst>
                            <p:childTnLst>
                              <p:par>
                                <p:cTn id="151" presetID="2" presetClass="entr" presetSubtype="8" fill="hold" grpId="0" nodeType="clickEffect">
                                  <p:stCondLst>
                                    <p:cond delay="0"/>
                                  </p:stCondLst>
                                  <p:childTnLst>
                                    <p:set>
                                      <p:cBhvr>
                                        <p:cTn id="152" dur="1" fill="hold">
                                          <p:stCondLst>
                                            <p:cond delay="0"/>
                                          </p:stCondLst>
                                        </p:cTn>
                                        <p:tgtEl>
                                          <p:spTgt spid="63"/>
                                        </p:tgtEl>
                                        <p:attrNameLst>
                                          <p:attrName>style.visibility</p:attrName>
                                        </p:attrNameLst>
                                      </p:cBhvr>
                                      <p:to>
                                        <p:strVal val="visible"/>
                                      </p:to>
                                    </p:set>
                                    <p:anim calcmode="lin" valueType="num">
                                      <p:cBhvr additive="base">
                                        <p:cTn id="153" dur="3000" fill="hold"/>
                                        <p:tgtEl>
                                          <p:spTgt spid="63"/>
                                        </p:tgtEl>
                                        <p:attrNameLst>
                                          <p:attrName>ppt_x</p:attrName>
                                        </p:attrNameLst>
                                      </p:cBhvr>
                                      <p:tavLst>
                                        <p:tav tm="0">
                                          <p:val>
                                            <p:strVal val="0-#ppt_w/2"/>
                                          </p:val>
                                        </p:tav>
                                        <p:tav tm="100000">
                                          <p:val>
                                            <p:strVal val="#ppt_x"/>
                                          </p:val>
                                        </p:tav>
                                      </p:tavLst>
                                    </p:anim>
                                    <p:anim calcmode="lin" valueType="num">
                                      <p:cBhvr additive="base">
                                        <p:cTn id="154" dur="3000" fill="hold"/>
                                        <p:tgtEl>
                                          <p:spTgt spid="63"/>
                                        </p:tgtEl>
                                        <p:attrNameLst>
                                          <p:attrName>ppt_y</p:attrName>
                                        </p:attrNameLst>
                                      </p:cBhvr>
                                      <p:tavLst>
                                        <p:tav tm="0">
                                          <p:val>
                                            <p:strVal val="#ppt_y"/>
                                          </p:val>
                                        </p:tav>
                                        <p:tav tm="100000">
                                          <p:val>
                                            <p:strVal val="#ppt_y"/>
                                          </p:val>
                                        </p:tav>
                                      </p:tavLst>
                                    </p:anim>
                                  </p:childTnLst>
                                </p:cTn>
                              </p:par>
                            </p:childTnLst>
                          </p:cTn>
                        </p:par>
                      </p:childTnLst>
                    </p:cTn>
                  </p:par>
                  <p:par>
                    <p:cTn id="155" fill="hold">
                      <p:stCondLst>
                        <p:cond delay="indefinite"/>
                      </p:stCondLst>
                      <p:childTnLst>
                        <p:par>
                          <p:cTn id="156" fill="hold">
                            <p:stCondLst>
                              <p:cond delay="0"/>
                            </p:stCondLst>
                            <p:childTnLst>
                              <p:par>
                                <p:cTn id="157" presetID="2" presetClass="entr" presetSubtype="8" fill="hold" grpId="0" nodeType="clickEffect">
                                  <p:stCondLst>
                                    <p:cond delay="0"/>
                                  </p:stCondLst>
                                  <p:childTnLst>
                                    <p:set>
                                      <p:cBhvr>
                                        <p:cTn id="158" dur="1" fill="hold">
                                          <p:stCondLst>
                                            <p:cond delay="0"/>
                                          </p:stCondLst>
                                        </p:cTn>
                                        <p:tgtEl>
                                          <p:spTgt spid="64"/>
                                        </p:tgtEl>
                                        <p:attrNameLst>
                                          <p:attrName>style.visibility</p:attrName>
                                        </p:attrNameLst>
                                      </p:cBhvr>
                                      <p:to>
                                        <p:strVal val="visible"/>
                                      </p:to>
                                    </p:set>
                                    <p:anim calcmode="lin" valueType="num">
                                      <p:cBhvr additive="base">
                                        <p:cTn id="159" dur="3000" fill="hold"/>
                                        <p:tgtEl>
                                          <p:spTgt spid="64"/>
                                        </p:tgtEl>
                                        <p:attrNameLst>
                                          <p:attrName>ppt_x</p:attrName>
                                        </p:attrNameLst>
                                      </p:cBhvr>
                                      <p:tavLst>
                                        <p:tav tm="0">
                                          <p:val>
                                            <p:strVal val="0-#ppt_w/2"/>
                                          </p:val>
                                        </p:tav>
                                        <p:tav tm="100000">
                                          <p:val>
                                            <p:strVal val="#ppt_x"/>
                                          </p:val>
                                        </p:tav>
                                      </p:tavLst>
                                    </p:anim>
                                    <p:anim calcmode="lin" valueType="num">
                                      <p:cBhvr additive="base">
                                        <p:cTn id="160" dur="3000" fill="hold"/>
                                        <p:tgtEl>
                                          <p:spTgt spid="64"/>
                                        </p:tgtEl>
                                        <p:attrNameLst>
                                          <p:attrName>ppt_y</p:attrName>
                                        </p:attrNameLst>
                                      </p:cBhvr>
                                      <p:tavLst>
                                        <p:tav tm="0">
                                          <p:val>
                                            <p:strVal val="#ppt_y"/>
                                          </p:val>
                                        </p:tav>
                                        <p:tav tm="100000">
                                          <p:val>
                                            <p:strVal val="#ppt_y"/>
                                          </p:val>
                                        </p:tav>
                                      </p:tavLst>
                                    </p:anim>
                                  </p:childTnLst>
                                </p:cTn>
                              </p:par>
                            </p:childTnLst>
                          </p:cTn>
                        </p:par>
                      </p:childTnLst>
                    </p:cTn>
                  </p:par>
                  <p:par>
                    <p:cTn id="161" fill="hold">
                      <p:stCondLst>
                        <p:cond delay="indefinite"/>
                      </p:stCondLst>
                      <p:childTnLst>
                        <p:par>
                          <p:cTn id="162" fill="hold">
                            <p:stCondLst>
                              <p:cond delay="0"/>
                            </p:stCondLst>
                            <p:childTnLst>
                              <p:par>
                                <p:cTn id="163" presetID="2" presetClass="entr" presetSubtype="8" fill="hold" grpId="0" nodeType="clickEffect">
                                  <p:stCondLst>
                                    <p:cond delay="0"/>
                                  </p:stCondLst>
                                  <p:childTnLst>
                                    <p:set>
                                      <p:cBhvr>
                                        <p:cTn id="164" dur="1" fill="hold">
                                          <p:stCondLst>
                                            <p:cond delay="0"/>
                                          </p:stCondLst>
                                        </p:cTn>
                                        <p:tgtEl>
                                          <p:spTgt spid="65"/>
                                        </p:tgtEl>
                                        <p:attrNameLst>
                                          <p:attrName>style.visibility</p:attrName>
                                        </p:attrNameLst>
                                      </p:cBhvr>
                                      <p:to>
                                        <p:strVal val="visible"/>
                                      </p:to>
                                    </p:set>
                                    <p:anim calcmode="lin" valueType="num">
                                      <p:cBhvr additive="base">
                                        <p:cTn id="165" dur="3000" fill="hold"/>
                                        <p:tgtEl>
                                          <p:spTgt spid="65"/>
                                        </p:tgtEl>
                                        <p:attrNameLst>
                                          <p:attrName>ppt_x</p:attrName>
                                        </p:attrNameLst>
                                      </p:cBhvr>
                                      <p:tavLst>
                                        <p:tav tm="0">
                                          <p:val>
                                            <p:strVal val="0-#ppt_w/2"/>
                                          </p:val>
                                        </p:tav>
                                        <p:tav tm="100000">
                                          <p:val>
                                            <p:strVal val="#ppt_x"/>
                                          </p:val>
                                        </p:tav>
                                      </p:tavLst>
                                    </p:anim>
                                    <p:anim calcmode="lin" valueType="num">
                                      <p:cBhvr additive="base">
                                        <p:cTn id="166" dur="3000" fill="hold"/>
                                        <p:tgtEl>
                                          <p:spTgt spid="65"/>
                                        </p:tgtEl>
                                        <p:attrNameLst>
                                          <p:attrName>ppt_y</p:attrName>
                                        </p:attrNameLst>
                                      </p:cBhvr>
                                      <p:tavLst>
                                        <p:tav tm="0">
                                          <p:val>
                                            <p:strVal val="#ppt_y"/>
                                          </p:val>
                                        </p:tav>
                                        <p:tav tm="100000">
                                          <p:val>
                                            <p:strVal val="#ppt_y"/>
                                          </p:val>
                                        </p:tav>
                                      </p:tavLst>
                                    </p:anim>
                                  </p:childTnLst>
                                </p:cTn>
                              </p:par>
                              <p:par>
                                <p:cTn id="167" presetID="22" presetClass="entr" presetSubtype="8" fill="hold" nodeType="withEffect">
                                  <p:stCondLst>
                                    <p:cond delay="0"/>
                                  </p:stCondLst>
                                  <p:childTnLst>
                                    <p:set>
                                      <p:cBhvr>
                                        <p:cTn id="168" dur="1" fill="hold">
                                          <p:stCondLst>
                                            <p:cond delay="0"/>
                                          </p:stCondLst>
                                        </p:cTn>
                                        <p:tgtEl>
                                          <p:spTgt spid="50"/>
                                        </p:tgtEl>
                                        <p:attrNameLst>
                                          <p:attrName>style.visibility</p:attrName>
                                        </p:attrNameLst>
                                      </p:cBhvr>
                                      <p:to>
                                        <p:strVal val="visible"/>
                                      </p:to>
                                    </p:set>
                                    <p:animEffect transition="in" filter="wipe(left)">
                                      <p:cBhvr>
                                        <p:cTn id="169" dur="3000"/>
                                        <p:tgtEl>
                                          <p:spTgt spid="50"/>
                                        </p:tgtEl>
                                      </p:cBhvr>
                                    </p:animEffect>
                                  </p:childTnLst>
                                </p:cTn>
                              </p:par>
                            </p:childTnLst>
                          </p:cTn>
                        </p:par>
                      </p:childTnLst>
                    </p:cTn>
                  </p:par>
                  <p:par>
                    <p:cTn id="170" fill="hold">
                      <p:stCondLst>
                        <p:cond delay="indefinite"/>
                      </p:stCondLst>
                      <p:childTnLst>
                        <p:par>
                          <p:cTn id="171" fill="hold">
                            <p:stCondLst>
                              <p:cond delay="0"/>
                            </p:stCondLst>
                            <p:childTnLst>
                              <p:par>
                                <p:cTn id="172" presetID="22" presetClass="entr" presetSubtype="8" fill="hold" grpId="0" nodeType="clickEffect">
                                  <p:stCondLst>
                                    <p:cond delay="0"/>
                                  </p:stCondLst>
                                  <p:childTnLst>
                                    <p:set>
                                      <p:cBhvr>
                                        <p:cTn id="173" dur="1" fill="hold">
                                          <p:stCondLst>
                                            <p:cond delay="0"/>
                                          </p:stCondLst>
                                        </p:cTn>
                                        <p:tgtEl>
                                          <p:spTgt spid="49"/>
                                        </p:tgtEl>
                                        <p:attrNameLst>
                                          <p:attrName>style.visibility</p:attrName>
                                        </p:attrNameLst>
                                      </p:cBhvr>
                                      <p:to>
                                        <p:strVal val="visible"/>
                                      </p:to>
                                    </p:set>
                                    <p:animEffect transition="in" filter="wipe(left)">
                                      <p:cBhvr>
                                        <p:cTn id="174" dur="30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15" grpId="0"/>
      <p:bldP spid="16" grpId="0"/>
      <p:bldP spid="17" grpId="0"/>
      <p:bldP spid="25" grpId="0"/>
      <p:bldP spid="29" grpId="0"/>
      <p:bldP spid="30" grpId="0"/>
      <p:bldP spid="31" grpId="0"/>
      <p:bldP spid="32" grpId="0"/>
      <p:bldP spid="35" grpId="0"/>
      <p:bldP spid="38" grpId="0"/>
      <p:bldP spid="42" grpId="0"/>
      <p:bldP spid="45" grpId="0"/>
      <p:bldP spid="46" grpId="0"/>
      <p:bldP spid="48" grpId="0"/>
      <p:bldP spid="49" grpId="0" animBg="1"/>
      <p:bldP spid="40" grpId="0"/>
      <p:bldP spid="41" grpId="0"/>
      <p:bldP spid="51" grpId="0"/>
      <p:bldP spid="52" grpId="0"/>
      <p:bldP spid="53" grpId="0"/>
      <p:bldP spid="55" grpId="0"/>
      <p:bldP spid="58" grpId="0"/>
      <p:bldP spid="59" grpId="0"/>
      <p:bldP spid="60" grpId="0"/>
      <p:bldP spid="61" grpId="0"/>
      <p:bldP spid="62" grpId="0"/>
      <p:bldP spid="63" grpId="0"/>
      <p:bldP spid="64" grpId="0"/>
      <p:bldP spid="65"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hlinkHover r:id="rId3" action="ppaction://hlinksldjump"/>
          </p:cNvPr>
          <p:cNvSpPr/>
          <p:nvPr/>
        </p:nvSpPr>
        <p:spPr>
          <a:xfrm>
            <a:off x="0" y="0"/>
            <a:ext cx="8153400" cy="6858000"/>
          </a:xfrm>
          <a:prstGeom prst="rect">
            <a:avLst/>
          </a:prstGeom>
          <a:solidFill>
            <a:schemeClr val="accent4">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ounded Rectangle 11">
            <a:hlinkHover r:id="rId3" action="ppaction://hlinksldjump"/>
          </p:cNvPr>
          <p:cNvSpPr/>
          <p:nvPr/>
        </p:nvSpPr>
        <p:spPr>
          <a:xfrm>
            <a:off x="914400" y="152400"/>
            <a:ext cx="6400800" cy="990600"/>
          </a:xfrm>
          <a:prstGeom prst="round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5" name="Object 4"/>
          <p:cNvGraphicFramePr>
            <a:graphicFrameLocks noChangeAspect="1"/>
          </p:cNvGraphicFramePr>
          <p:nvPr/>
        </p:nvGraphicFramePr>
        <p:xfrm>
          <a:off x="880533" y="304800"/>
          <a:ext cx="6434667" cy="609600"/>
        </p:xfrm>
        <a:graphic>
          <a:graphicData uri="http://schemas.openxmlformats.org/presentationml/2006/ole">
            <p:oleObj spid="_x0000_s21506" name="Equation" r:id="rId4" imgW="2412720" imgH="228600" progId="Equation.3">
              <p:embed/>
            </p:oleObj>
          </a:graphicData>
        </a:graphic>
      </p:graphicFrame>
      <p:graphicFrame>
        <p:nvGraphicFramePr>
          <p:cNvPr id="7" name="Table 6"/>
          <p:cNvGraphicFramePr>
            <a:graphicFrameLocks noGrp="1"/>
          </p:cNvGraphicFramePr>
          <p:nvPr/>
        </p:nvGraphicFramePr>
        <p:xfrm>
          <a:off x="1066800" y="1295400"/>
          <a:ext cx="6096000" cy="1483360"/>
        </p:xfrm>
        <a:graphic>
          <a:graphicData uri="http://schemas.openxmlformats.org/drawingml/2006/table">
            <a:tbl>
              <a:tblPr firstRow="1" bandRow="1">
                <a:tableStyleId>{5C22544A-7EE6-4342-B048-85BDC9FD1C3A}</a:tableStyleId>
              </a:tblPr>
              <a:tblGrid>
                <a:gridCol w="2032000"/>
                <a:gridCol w="2032000"/>
                <a:gridCol w="2032000"/>
              </a:tblGrid>
              <a:tr h="370840">
                <a:tc>
                  <a:txBody>
                    <a:bodyPr/>
                    <a:lstStyle/>
                    <a:p>
                      <a:r>
                        <a:rPr lang="en-IN" dirty="0" smtClean="0"/>
                        <a:t>Compounds</a:t>
                      </a:r>
                      <a:endParaRPr lang="en-US" dirty="0"/>
                    </a:p>
                  </a:txBody>
                  <a:tcPr/>
                </a:tc>
                <a:tc>
                  <a:txBody>
                    <a:bodyPr/>
                    <a:lstStyle/>
                    <a:p>
                      <a:r>
                        <a:rPr lang="en-IN" dirty="0" smtClean="0"/>
                        <a:t>Left Side</a:t>
                      </a:r>
                      <a:endParaRPr lang="en-US" dirty="0"/>
                    </a:p>
                  </a:txBody>
                  <a:tcPr/>
                </a:tc>
                <a:tc>
                  <a:txBody>
                    <a:bodyPr/>
                    <a:lstStyle/>
                    <a:p>
                      <a:r>
                        <a:rPr lang="en-IN" dirty="0" smtClean="0"/>
                        <a:t>Right Side</a:t>
                      </a:r>
                      <a:endParaRPr lang="en-US" dirty="0"/>
                    </a:p>
                  </a:txBody>
                  <a:tcPr/>
                </a:tc>
              </a:tr>
              <a:tr h="370840">
                <a:tc>
                  <a:txBody>
                    <a:bodyPr/>
                    <a:lstStyle/>
                    <a:p>
                      <a:r>
                        <a:rPr lang="en-IN" dirty="0" smtClean="0"/>
                        <a:t>Fe</a:t>
                      </a:r>
                      <a:endParaRPr lang="en-US" dirty="0"/>
                    </a:p>
                  </a:txBody>
                  <a:tcPr/>
                </a:tc>
                <a:tc>
                  <a:txBody>
                    <a:bodyPr/>
                    <a:lstStyle/>
                    <a:p>
                      <a:r>
                        <a:rPr lang="en-IN" dirty="0" smtClean="0"/>
                        <a:t>1</a:t>
                      </a:r>
                      <a:endParaRPr lang="en-US" dirty="0"/>
                    </a:p>
                  </a:txBody>
                  <a:tcPr/>
                </a:tc>
                <a:tc>
                  <a:txBody>
                    <a:bodyPr/>
                    <a:lstStyle/>
                    <a:p>
                      <a:r>
                        <a:rPr lang="en-IN" dirty="0" smtClean="0"/>
                        <a:t>3</a:t>
                      </a:r>
                      <a:endParaRPr lang="en-US" dirty="0"/>
                    </a:p>
                  </a:txBody>
                  <a:tcPr/>
                </a:tc>
              </a:tr>
              <a:tr h="370840">
                <a:tc>
                  <a:txBody>
                    <a:bodyPr/>
                    <a:lstStyle/>
                    <a:p>
                      <a:r>
                        <a:rPr lang="en-IN" dirty="0" smtClean="0"/>
                        <a:t>O</a:t>
                      </a:r>
                      <a:endParaRPr lang="en-US" dirty="0"/>
                    </a:p>
                  </a:txBody>
                  <a:tcPr/>
                </a:tc>
                <a:tc>
                  <a:txBody>
                    <a:bodyPr/>
                    <a:lstStyle/>
                    <a:p>
                      <a:r>
                        <a:rPr lang="en-IN" dirty="0" smtClean="0"/>
                        <a:t>1</a:t>
                      </a:r>
                      <a:endParaRPr lang="en-US" dirty="0"/>
                    </a:p>
                  </a:txBody>
                  <a:tcPr/>
                </a:tc>
                <a:tc>
                  <a:txBody>
                    <a:bodyPr/>
                    <a:lstStyle/>
                    <a:p>
                      <a:r>
                        <a:rPr lang="en-IN" dirty="0" smtClean="0"/>
                        <a:t>4</a:t>
                      </a:r>
                      <a:endParaRPr lang="en-US" dirty="0"/>
                    </a:p>
                  </a:txBody>
                  <a:tcPr/>
                </a:tc>
              </a:tr>
              <a:tr h="370840">
                <a:tc>
                  <a:txBody>
                    <a:bodyPr/>
                    <a:lstStyle/>
                    <a:p>
                      <a:r>
                        <a:rPr lang="en-IN" dirty="0" smtClean="0"/>
                        <a:t>H</a:t>
                      </a:r>
                      <a:endParaRPr lang="en-US" dirty="0"/>
                    </a:p>
                  </a:txBody>
                  <a:tcPr/>
                </a:tc>
                <a:tc>
                  <a:txBody>
                    <a:bodyPr/>
                    <a:lstStyle/>
                    <a:p>
                      <a:r>
                        <a:rPr lang="en-IN" dirty="0" smtClean="0"/>
                        <a:t>2</a:t>
                      </a:r>
                      <a:endParaRPr lang="en-US" dirty="0"/>
                    </a:p>
                  </a:txBody>
                  <a:tcPr/>
                </a:tc>
                <a:tc>
                  <a:txBody>
                    <a:bodyPr/>
                    <a:lstStyle/>
                    <a:p>
                      <a:r>
                        <a:rPr lang="en-IN" dirty="0" smtClean="0"/>
                        <a:t>2</a:t>
                      </a:r>
                      <a:endParaRPr lang="en-US" dirty="0"/>
                    </a:p>
                  </a:txBody>
                  <a:tcPr/>
                </a:tc>
              </a:tr>
            </a:tbl>
          </a:graphicData>
        </a:graphic>
      </p:graphicFrame>
      <p:graphicFrame>
        <p:nvGraphicFramePr>
          <p:cNvPr id="8" name="Table 7"/>
          <p:cNvGraphicFramePr>
            <a:graphicFrameLocks noGrp="1"/>
          </p:cNvGraphicFramePr>
          <p:nvPr/>
        </p:nvGraphicFramePr>
        <p:xfrm>
          <a:off x="1066800" y="3276600"/>
          <a:ext cx="6096000" cy="1752600"/>
        </p:xfrm>
        <a:graphic>
          <a:graphicData uri="http://schemas.openxmlformats.org/drawingml/2006/table">
            <a:tbl>
              <a:tblPr firstRow="1" bandRow="1">
                <a:tableStyleId>{5C22544A-7EE6-4342-B048-85BDC9FD1C3A}</a:tableStyleId>
              </a:tblPr>
              <a:tblGrid>
                <a:gridCol w="2032000"/>
                <a:gridCol w="2032000"/>
                <a:gridCol w="2032000"/>
              </a:tblGrid>
              <a:tr h="370840">
                <a:tc>
                  <a:txBody>
                    <a:bodyPr/>
                    <a:lstStyle/>
                    <a:p>
                      <a:r>
                        <a:rPr lang="en-IN" dirty="0" smtClean="0"/>
                        <a:t>Compounds</a:t>
                      </a:r>
                      <a:endParaRPr lang="en-US" dirty="0"/>
                    </a:p>
                  </a:txBody>
                  <a:tcPr/>
                </a:tc>
                <a:tc>
                  <a:txBody>
                    <a:bodyPr/>
                    <a:lstStyle/>
                    <a:p>
                      <a:r>
                        <a:rPr lang="en-IN" dirty="0" smtClean="0"/>
                        <a:t>Left Side Add/Del</a:t>
                      </a:r>
                      <a:endParaRPr lang="en-US" dirty="0"/>
                    </a:p>
                  </a:txBody>
                  <a:tcPr/>
                </a:tc>
                <a:tc>
                  <a:txBody>
                    <a:bodyPr/>
                    <a:lstStyle/>
                    <a:p>
                      <a:r>
                        <a:rPr lang="en-IN" dirty="0" smtClean="0"/>
                        <a:t>Right Side Add/Del</a:t>
                      </a:r>
                      <a:endParaRPr lang="en-US" dirty="0"/>
                    </a:p>
                  </a:txBody>
                  <a:tcPr/>
                </a:tc>
              </a:tr>
              <a:tr h="370840">
                <a:tc>
                  <a:txBody>
                    <a:bodyPr/>
                    <a:lstStyle/>
                    <a:p>
                      <a:r>
                        <a:rPr lang="en-IN" dirty="0" smtClean="0"/>
                        <a:t>Fe</a:t>
                      </a:r>
                      <a:endParaRPr lang="en-US" dirty="0"/>
                    </a:p>
                  </a:txBody>
                  <a:tcPr/>
                </a:tc>
                <a:tc>
                  <a:txBody>
                    <a:bodyPr/>
                    <a:lstStyle/>
                    <a:p>
                      <a:r>
                        <a:rPr lang="en-IN" dirty="0" smtClean="0"/>
                        <a:t>1x3=3</a:t>
                      </a:r>
                      <a:endParaRPr lang="en-US" dirty="0"/>
                    </a:p>
                  </a:txBody>
                  <a:tcPr/>
                </a:tc>
                <a:tc>
                  <a:txBody>
                    <a:bodyPr/>
                    <a:lstStyle/>
                    <a:p>
                      <a:r>
                        <a:rPr lang="en-IN" dirty="0" smtClean="0"/>
                        <a:t>3</a:t>
                      </a:r>
                      <a:endParaRPr lang="en-US" dirty="0"/>
                    </a:p>
                  </a:txBody>
                  <a:tcPr/>
                </a:tc>
              </a:tr>
              <a:tr h="370840">
                <a:tc>
                  <a:txBody>
                    <a:bodyPr/>
                    <a:lstStyle/>
                    <a:p>
                      <a:r>
                        <a:rPr lang="en-IN" dirty="0" smtClean="0"/>
                        <a:t>O</a:t>
                      </a:r>
                      <a:endParaRPr lang="en-US" dirty="0"/>
                    </a:p>
                  </a:txBody>
                  <a:tcPr/>
                </a:tc>
                <a:tc>
                  <a:txBody>
                    <a:bodyPr/>
                    <a:lstStyle/>
                    <a:p>
                      <a:r>
                        <a:rPr lang="en-IN" dirty="0" smtClean="0"/>
                        <a:t>1x4=4</a:t>
                      </a:r>
                      <a:endParaRPr lang="en-US" dirty="0"/>
                    </a:p>
                  </a:txBody>
                  <a:tcPr/>
                </a:tc>
                <a:tc>
                  <a:txBody>
                    <a:bodyPr/>
                    <a:lstStyle/>
                    <a:p>
                      <a:r>
                        <a:rPr lang="en-IN" dirty="0" smtClean="0"/>
                        <a:t>4</a:t>
                      </a:r>
                      <a:endParaRPr lang="en-US" dirty="0"/>
                    </a:p>
                  </a:txBody>
                  <a:tcPr/>
                </a:tc>
              </a:tr>
              <a:tr h="370840">
                <a:tc>
                  <a:txBody>
                    <a:bodyPr/>
                    <a:lstStyle/>
                    <a:p>
                      <a:r>
                        <a:rPr lang="en-IN" dirty="0" smtClean="0"/>
                        <a:t>H</a:t>
                      </a:r>
                      <a:endParaRPr lang="en-US" dirty="0"/>
                    </a:p>
                  </a:txBody>
                  <a:tcPr/>
                </a:tc>
                <a:tc>
                  <a:txBody>
                    <a:bodyPr/>
                    <a:lstStyle/>
                    <a:p>
                      <a:r>
                        <a:rPr lang="en-IN" dirty="0" smtClean="0"/>
                        <a:t>2x4=8</a:t>
                      </a:r>
                      <a:endParaRPr lang="en-US" dirty="0"/>
                    </a:p>
                  </a:txBody>
                  <a:tcPr/>
                </a:tc>
                <a:tc>
                  <a:txBody>
                    <a:bodyPr/>
                    <a:lstStyle/>
                    <a:p>
                      <a:r>
                        <a:rPr lang="en-IN" dirty="0" smtClean="0"/>
                        <a:t>2x4=8</a:t>
                      </a:r>
                      <a:endParaRPr lang="en-US" dirty="0"/>
                    </a:p>
                  </a:txBody>
                  <a:tcPr/>
                </a:tc>
              </a:tr>
            </a:tbl>
          </a:graphicData>
        </a:graphic>
      </p:graphicFrame>
      <p:sp>
        <p:nvSpPr>
          <p:cNvPr id="13" name="Rounded Rectangle 12">
            <a:hlinkHover r:id="rId3" action="ppaction://hlinksldjump"/>
          </p:cNvPr>
          <p:cNvSpPr/>
          <p:nvPr/>
        </p:nvSpPr>
        <p:spPr>
          <a:xfrm>
            <a:off x="762000" y="152400"/>
            <a:ext cx="6629400" cy="990600"/>
          </a:xfrm>
          <a:prstGeom prst="round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14" name="Object 5"/>
          <p:cNvGraphicFramePr>
            <a:graphicFrameLocks noChangeAspect="1"/>
          </p:cNvGraphicFramePr>
          <p:nvPr/>
        </p:nvGraphicFramePr>
        <p:xfrm>
          <a:off x="838200" y="304800"/>
          <a:ext cx="6477000" cy="678180"/>
        </p:xfrm>
        <a:graphic>
          <a:graphicData uri="http://schemas.openxmlformats.org/presentationml/2006/ole">
            <p:oleObj spid="_x0000_s21507" name="Equation" r:id="rId5" imgW="2158920" imgH="215640" progId="Equation.3">
              <p:embed/>
            </p:oleObj>
          </a:graphicData>
        </a:graphic>
      </p:graphicFrame>
      <p:sp>
        <p:nvSpPr>
          <p:cNvPr id="17" name="Rounded Rectangle 16">
            <a:hlinkHover r:id="rId3" action="ppaction://hlinksldjump"/>
          </p:cNvPr>
          <p:cNvSpPr/>
          <p:nvPr/>
        </p:nvSpPr>
        <p:spPr>
          <a:xfrm>
            <a:off x="762000" y="152400"/>
            <a:ext cx="6629400" cy="990600"/>
          </a:xfrm>
          <a:prstGeom prst="round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18" name="Object 4"/>
          <p:cNvGraphicFramePr>
            <a:graphicFrameLocks noChangeAspect="1"/>
          </p:cNvGraphicFramePr>
          <p:nvPr/>
        </p:nvGraphicFramePr>
        <p:xfrm>
          <a:off x="1128713" y="228600"/>
          <a:ext cx="5784850" cy="860425"/>
        </p:xfrm>
        <a:graphic>
          <a:graphicData uri="http://schemas.openxmlformats.org/presentationml/2006/ole">
            <p:oleObj spid="_x0000_s21509" name="Equation" r:id="rId6" imgW="1536480" imgH="228600" progId="Equation.3">
              <p:embed/>
            </p:oleObj>
          </a:graphicData>
        </a:graphic>
      </p:graphicFrame>
      <p:sp>
        <p:nvSpPr>
          <p:cNvPr id="19" name="Rounded Rectangle 18">
            <a:hlinkHover r:id="rId3" action="ppaction://hlinksldjump"/>
          </p:cNvPr>
          <p:cNvSpPr/>
          <p:nvPr/>
        </p:nvSpPr>
        <p:spPr>
          <a:xfrm>
            <a:off x="914400" y="5562600"/>
            <a:ext cx="6629400" cy="990600"/>
          </a:xfrm>
          <a:prstGeom prst="round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20" name="Object 5"/>
          <p:cNvGraphicFramePr>
            <a:graphicFrameLocks noChangeAspect="1"/>
          </p:cNvGraphicFramePr>
          <p:nvPr/>
        </p:nvGraphicFramePr>
        <p:xfrm>
          <a:off x="1581150" y="5703888"/>
          <a:ext cx="5295900" cy="717550"/>
        </p:xfrm>
        <a:graphic>
          <a:graphicData uri="http://schemas.openxmlformats.org/presentationml/2006/ole">
            <p:oleObj spid="_x0000_s21510" name="Equation" r:id="rId7" imgW="1765080" imgH="228600" progId="Equation.3">
              <p:embed/>
            </p:oleObj>
          </a:graphicData>
        </a:graphic>
      </p:graphicFrame>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wipe(left)">
                                      <p:cBhvr>
                                        <p:cTn id="7" dur="30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wipe(left)">
                                      <p:cBhvr>
                                        <p:cTn id="12" dur="30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0" y="0"/>
            <a:ext cx="8153400" cy="6858000"/>
          </a:xfrm>
          <a:prstGeom prst="rec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smtClean="0">
                <a:solidFill>
                  <a:srgbClr val="00B050"/>
                </a:solidFill>
              </a:rPr>
              <a:t>In this reaction, calcium oxide and water combine to form a single product, calcium hydroxide. Such a reaction in which a single product is formed from two or more reactants is known as a combination reaction.</a:t>
            </a:r>
          </a:p>
        </p:txBody>
      </p:sp>
      <p:sp>
        <p:nvSpPr>
          <p:cNvPr id="12" name="Rounded Rectangle 11">
            <a:hlinkHover r:id="rId4" action="ppaction://hlinksldjump"/>
          </p:cNvPr>
          <p:cNvSpPr/>
          <p:nvPr/>
        </p:nvSpPr>
        <p:spPr>
          <a:xfrm>
            <a:off x="304800" y="685800"/>
            <a:ext cx="7467600" cy="838200"/>
          </a:xfrm>
          <a:prstGeom prst="round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a:off x="304800" y="609600"/>
            <a:ext cx="7293984" cy="923330"/>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IN" sz="5400" b="1" cap="none" spc="0" dirty="0" smtClean="0">
                <a:ln w="11430"/>
                <a:solidFill>
                  <a:srgbClr val="00B0F0"/>
                </a:solidFill>
                <a:effectLst>
                  <a:outerShdw blurRad="50800" dist="39000" dir="5460000" algn="tl">
                    <a:srgbClr val="000000">
                      <a:alpha val="38000"/>
                    </a:srgbClr>
                  </a:outerShdw>
                </a:effectLst>
              </a:rPr>
              <a:t>Combination Reaction</a:t>
            </a:r>
            <a:endParaRPr lang="en-US" sz="5400" b="1" cap="none" spc="0" dirty="0">
              <a:ln w="11430"/>
              <a:solidFill>
                <a:srgbClr val="00B0F0"/>
              </a:solidFill>
              <a:effectLst>
                <a:outerShdw blurRad="50800" dist="39000" dir="5460000" algn="tl">
                  <a:srgbClr val="000000">
                    <a:alpha val="38000"/>
                  </a:srgbClr>
                </a:outerShdw>
              </a:effectLst>
            </a:endParaRPr>
          </a:p>
        </p:txBody>
      </p:sp>
      <p:graphicFrame>
        <p:nvGraphicFramePr>
          <p:cNvPr id="7" name="Object 6"/>
          <p:cNvGraphicFramePr>
            <a:graphicFrameLocks noChangeAspect="1"/>
          </p:cNvGraphicFramePr>
          <p:nvPr/>
        </p:nvGraphicFramePr>
        <p:xfrm>
          <a:off x="407987" y="1676400"/>
          <a:ext cx="7364413" cy="863247"/>
        </p:xfrm>
        <a:graphic>
          <a:graphicData uri="http://schemas.openxmlformats.org/presentationml/2006/ole">
            <p:oleObj spid="_x0000_s22530" name="Equation" r:id="rId5" imgW="1841400" imgH="215640" progId="Equation.3">
              <p:embed/>
            </p:oleObj>
          </a:graphicData>
        </a:graphic>
      </p:graphicFrame>
      <p:pic>
        <p:nvPicPr>
          <p:cNvPr id="22532" name="Picture 4" descr="Conclusion Calcium oxide combines with water to form calcium hydroxide (s.."/>
          <p:cNvPicPr>
            <a:picLocks noChangeAspect="1" noChangeArrowheads="1"/>
          </p:cNvPicPr>
          <p:nvPr/>
        </p:nvPicPr>
        <p:blipFill>
          <a:blip r:embed="rId6"/>
          <a:srcRect/>
          <a:stretch>
            <a:fillRect/>
          </a:stretch>
        </p:blipFill>
        <p:spPr bwMode="auto">
          <a:xfrm>
            <a:off x="76201" y="4057912"/>
            <a:ext cx="5257800" cy="1580888"/>
          </a:xfrm>
          <a:prstGeom prst="rect">
            <a:avLst/>
          </a:prstGeom>
          <a:noFill/>
        </p:spPr>
      </p:pic>
      <p:pic>
        <p:nvPicPr>
          <p:cNvPr id="22534" name="Picture 6" descr="Types Of Chemical Reactions | Trung Tâm Luyện Thi Đại Học">
            <a:hlinkClick r:id="rId7" action="ppaction://hlinkfile"/>
          </p:cNvPr>
          <p:cNvPicPr>
            <a:picLocks noChangeAspect="1" noChangeArrowheads="1"/>
          </p:cNvPicPr>
          <p:nvPr/>
        </p:nvPicPr>
        <p:blipFill>
          <a:blip r:embed="rId8"/>
          <a:srcRect/>
          <a:stretch>
            <a:fillRect/>
          </a:stretch>
        </p:blipFill>
        <p:spPr bwMode="auto">
          <a:xfrm>
            <a:off x="5386420" y="3886200"/>
            <a:ext cx="2609736" cy="1752600"/>
          </a:xfrm>
          <a:prstGeom prst="rect">
            <a:avLst/>
          </a:prstGeom>
          <a:noFill/>
        </p:spPr>
      </p:pic>
      <p:pic>
        <p:nvPicPr>
          <p:cNvPr id="8" name="Combination1.mp3">
            <a:hlinkClick r:id="" action="ppaction://media"/>
          </p:cNvPr>
          <p:cNvPicPr>
            <a:picLocks noRot="1" noChangeAspect="1"/>
          </p:cNvPicPr>
          <p:nvPr>
            <a:audioFile r:link="rId2"/>
          </p:nvPr>
        </p:nvPicPr>
        <p:blipFill>
          <a:blip r:embed="rId9"/>
          <a:stretch>
            <a:fillRect/>
          </a:stretch>
        </p:blipFill>
        <p:spPr>
          <a:xfrm>
            <a:off x="2514600" y="3810000"/>
            <a:ext cx="244475" cy="244475"/>
          </a:xfrm>
          <a:prstGeom prst="rect">
            <a:avLst/>
          </a:prstGeom>
        </p:spPr>
      </p:pic>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5696"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p:cTn id="7" fill="hold" display="0">
                  <p:stCondLst>
                    <p:cond delay="indefinite"/>
                  </p:stCondLst>
                  <p:endCondLst>
                    <p:cond evt="onNext" delay="0">
                      <p:tgtEl>
                        <p:sldTgt/>
                      </p:tgtEl>
                    </p:cond>
                    <p:cond evt="onPrev" delay="0">
                      <p:tgtEl>
                        <p:sldTgt/>
                      </p:tgtEl>
                    </p:cond>
                    <p:cond evt="onStopAudio" delay="0">
                      <p:tgtEl>
                        <p:sldTgt/>
                      </p:tgtEl>
                    </p:cond>
                  </p:endCondLst>
                </p:cTn>
                <p:tgtEl>
                  <p:spTgt spid="8"/>
                </p:tgtEl>
              </p:cMediaNode>
            </p:audio>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hlinkHover r:id="rId4" action="ppaction://hlinksldjump"/>
          </p:cNvPr>
          <p:cNvSpPr/>
          <p:nvPr/>
        </p:nvSpPr>
        <p:spPr>
          <a:xfrm>
            <a:off x="0" y="0"/>
            <a:ext cx="8153400" cy="6858000"/>
          </a:xfrm>
          <a:prstGeom prst="rec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smtClean="0">
              <a:solidFill>
                <a:srgbClr val="00B050"/>
              </a:solidFill>
            </a:endParaRPr>
          </a:p>
          <a:p>
            <a:pPr algn="ctr"/>
            <a:r>
              <a:rPr lang="en-US" sz="2000" b="1" dirty="0" smtClean="0">
                <a:solidFill>
                  <a:srgbClr val="7030A0"/>
                </a:solidFill>
              </a:rPr>
              <a:t>when two or more substances (elements or compounds) combine to form a single product, the reactions are called combination reactions.</a:t>
            </a:r>
            <a:endParaRPr lang="en-US" sz="2000" b="1" dirty="0">
              <a:solidFill>
                <a:srgbClr val="7030A0"/>
              </a:solidFill>
            </a:endParaRPr>
          </a:p>
        </p:txBody>
      </p:sp>
      <p:sp>
        <p:nvSpPr>
          <p:cNvPr id="12" name="Rounded Rectangle 11">
            <a:hlinkHover r:id="rId4" action="ppaction://hlinksldjump"/>
          </p:cNvPr>
          <p:cNvSpPr/>
          <p:nvPr/>
        </p:nvSpPr>
        <p:spPr>
          <a:xfrm>
            <a:off x="304800" y="685800"/>
            <a:ext cx="7467600" cy="838200"/>
          </a:xfrm>
          <a:prstGeom prst="round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a:off x="304800" y="609600"/>
            <a:ext cx="7293984" cy="923330"/>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IN" sz="5400" b="1" cap="none" spc="0" dirty="0" smtClean="0">
                <a:ln w="11430"/>
                <a:solidFill>
                  <a:srgbClr val="00B0F0"/>
                </a:solidFill>
                <a:effectLst>
                  <a:outerShdw blurRad="50800" dist="39000" dir="5460000" algn="tl">
                    <a:srgbClr val="000000">
                      <a:alpha val="38000"/>
                    </a:srgbClr>
                  </a:outerShdw>
                </a:effectLst>
              </a:rPr>
              <a:t>Combination Reaction</a:t>
            </a:r>
            <a:endParaRPr lang="en-US" sz="5400" b="1" cap="none" spc="0" dirty="0">
              <a:ln w="11430"/>
              <a:solidFill>
                <a:srgbClr val="00B0F0"/>
              </a:solidFill>
              <a:effectLst>
                <a:outerShdw blurRad="50800" dist="39000" dir="5460000" algn="tl">
                  <a:srgbClr val="000000">
                    <a:alpha val="38000"/>
                  </a:srgbClr>
                </a:outerShdw>
              </a:effectLst>
            </a:endParaRPr>
          </a:p>
        </p:txBody>
      </p:sp>
      <p:sp>
        <p:nvSpPr>
          <p:cNvPr id="8" name="TextBox 7"/>
          <p:cNvSpPr txBox="1"/>
          <p:nvPr/>
        </p:nvSpPr>
        <p:spPr>
          <a:xfrm>
            <a:off x="457200" y="1600200"/>
            <a:ext cx="7315200" cy="1477328"/>
          </a:xfrm>
          <a:prstGeom prst="rect">
            <a:avLst/>
          </a:prstGeom>
          <a:noFill/>
        </p:spPr>
        <p:txBody>
          <a:bodyPr wrap="square" rtlCol="0">
            <a:spAutoFit/>
          </a:bodyPr>
          <a:lstStyle/>
          <a:p>
            <a:pPr marL="400050" indent="-400050"/>
            <a:r>
              <a:rPr lang="en-US" b="1" dirty="0" smtClean="0">
                <a:solidFill>
                  <a:srgbClr val="00B050"/>
                </a:solidFill>
              </a:rPr>
              <a:t>Burning of coal </a:t>
            </a:r>
          </a:p>
          <a:p>
            <a:pPr marL="400050" indent="-400050">
              <a:buAutoNum type="romanLcParenR"/>
            </a:pPr>
            <a:r>
              <a:rPr lang="en-US" b="1" dirty="0" smtClean="0">
                <a:solidFill>
                  <a:srgbClr val="00B050"/>
                </a:solidFill>
              </a:rPr>
              <a:t>   </a:t>
            </a:r>
          </a:p>
          <a:p>
            <a:pPr marL="400050" indent="-400050"/>
            <a:endParaRPr lang="en-US" b="1" dirty="0" smtClean="0">
              <a:solidFill>
                <a:srgbClr val="00B050"/>
              </a:solidFill>
            </a:endParaRPr>
          </a:p>
          <a:p>
            <a:pPr marL="400050" indent="-400050"/>
            <a:r>
              <a:rPr lang="en-US" b="1" dirty="0" smtClean="0">
                <a:solidFill>
                  <a:srgbClr val="00B050"/>
                </a:solidFill>
              </a:rPr>
              <a:t>Formation of water from H(g) and O(g)  </a:t>
            </a:r>
          </a:p>
          <a:p>
            <a:pPr marL="400050" indent="-400050"/>
            <a:r>
              <a:rPr lang="en-US" b="1" dirty="0" smtClean="0">
                <a:solidFill>
                  <a:srgbClr val="00B050"/>
                </a:solidFill>
              </a:rPr>
              <a:t>ii)   </a:t>
            </a:r>
            <a:endParaRPr lang="en-US" b="1" dirty="0">
              <a:solidFill>
                <a:srgbClr val="00B050"/>
              </a:solidFill>
            </a:endParaRPr>
          </a:p>
        </p:txBody>
      </p:sp>
      <p:graphicFrame>
        <p:nvGraphicFramePr>
          <p:cNvPr id="9" name="Object 8"/>
          <p:cNvGraphicFramePr>
            <a:graphicFrameLocks noChangeAspect="1"/>
          </p:cNvGraphicFramePr>
          <p:nvPr/>
        </p:nvGraphicFramePr>
        <p:xfrm>
          <a:off x="838200" y="1981199"/>
          <a:ext cx="2438400" cy="380301"/>
        </p:xfrm>
        <a:graphic>
          <a:graphicData uri="http://schemas.openxmlformats.org/presentationml/2006/ole">
            <p:oleObj spid="_x0000_s23554" name="Equation" r:id="rId5" imgW="1384200" imgH="215640" progId="Equation.3">
              <p:embed/>
            </p:oleObj>
          </a:graphicData>
        </a:graphic>
      </p:graphicFrame>
      <p:graphicFrame>
        <p:nvGraphicFramePr>
          <p:cNvPr id="23557" name="Object 5"/>
          <p:cNvGraphicFramePr>
            <a:graphicFrameLocks noChangeAspect="1"/>
          </p:cNvGraphicFramePr>
          <p:nvPr/>
        </p:nvGraphicFramePr>
        <p:xfrm>
          <a:off x="838200" y="2743199"/>
          <a:ext cx="3124200" cy="392982"/>
        </p:xfrm>
        <a:graphic>
          <a:graphicData uri="http://schemas.openxmlformats.org/presentationml/2006/ole">
            <p:oleObj spid="_x0000_s23557" name="Equation" r:id="rId6" imgW="2019240" imgH="253800" progId="Equation.3">
              <p:embed/>
            </p:oleObj>
          </a:graphicData>
        </a:graphic>
      </p:graphicFrame>
      <p:pic>
        <p:nvPicPr>
          <p:cNvPr id="10" name="Combination.mp3">
            <a:hlinkClick r:id="" action="ppaction://media"/>
          </p:cNvPr>
          <p:cNvPicPr>
            <a:picLocks noRot="1" noChangeAspect="1"/>
          </p:cNvPicPr>
          <p:nvPr>
            <a:audioFile r:link="rId2"/>
          </p:nvPr>
        </p:nvPicPr>
        <p:blipFill>
          <a:blip r:embed="rId7"/>
          <a:stretch>
            <a:fillRect/>
          </a:stretch>
        </p:blipFill>
        <p:spPr>
          <a:xfrm>
            <a:off x="4632325" y="3794125"/>
            <a:ext cx="244475" cy="244475"/>
          </a:xfrm>
          <a:prstGeom prst="rect">
            <a:avLst/>
          </a:prstGeom>
        </p:spPr>
      </p:pic>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3557"/>
                                        </p:tgtEl>
                                        <p:attrNameLst>
                                          <p:attrName>style.visibility</p:attrName>
                                        </p:attrNameLst>
                                      </p:cBhvr>
                                      <p:to>
                                        <p:strVal val="visible"/>
                                      </p:to>
                                    </p:set>
                                    <p:animEffect transition="in" filter="wipe(left)">
                                      <p:cBhvr>
                                        <p:cTn id="12" dur="5000"/>
                                        <p:tgtEl>
                                          <p:spTgt spid="23557"/>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11">
                                            <p:txEl>
                                              <p:pRg st="1" end="1"/>
                                            </p:txEl>
                                          </p:spTgt>
                                        </p:tgtEl>
                                        <p:attrNameLst>
                                          <p:attrName>style.visibility</p:attrName>
                                        </p:attrNameLst>
                                      </p:cBhvr>
                                      <p:to>
                                        <p:strVal val="visible"/>
                                      </p:to>
                                    </p:set>
                                    <p:animEffect transition="in" filter="checkerboard(across)">
                                      <p:cBhvr>
                                        <p:cTn id="17" dur="5000"/>
                                        <p:tgtEl>
                                          <p:spTgt spid="11">
                                            <p:txEl>
                                              <p:pRg st="1" end="1"/>
                                            </p:txEl>
                                          </p:spTgt>
                                        </p:tgtEl>
                                      </p:cBhvr>
                                    </p:animEffect>
                                  </p:childTnLst>
                                </p:cTn>
                              </p:par>
                            </p:childTnLst>
                          </p:cTn>
                        </p:par>
                        <p:par>
                          <p:cTn id="18" fill="hold">
                            <p:stCondLst>
                              <p:cond delay="5000"/>
                            </p:stCondLst>
                            <p:childTnLst>
                              <p:par>
                                <p:cTn id="19" presetID="1" presetClass="mediacall" presetSubtype="0" fill="hold" nodeType="afterEffect">
                                  <p:stCondLst>
                                    <p:cond delay="0"/>
                                  </p:stCondLst>
                                  <p:childTnLst>
                                    <p:cmd type="call" cmd="playFrom(0.0)">
                                      <p:cBhvr>
                                        <p:cTn id="20" dur="10008" fill="hold"/>
                                        <p:tgtEl>
                                          <p:spTgt spid="10"/>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p:cTn id="21" fill="hold" display="0">
                  <p:stCondLst>
                    <p:cond delay="indefinite"/>
                  </p:stCondLst>
                  <p:endCondLst>
                    <p:cond evt="onNext" delay="0">
                      <p:tgtEl>
                        <p:sldTgt/>
                      </p:tgtEl>
                    </p:cond>
                    <p:cond evt="onPrev" delay="0">
                      <p:tgtEl>
                        <p:sldTgt/>
                      </p:tgtEl>
                    </p:cond>
                    <p:cond evt="onStopAudio" delay="0">
                      <p:tgtEl>
                        <p:sldTgt/>
                      </p:tgtEl>
                    </p:cond>
                  </p:endCondLst>
                </p:cTn>
                <p:tgtEl>
                  <p:spTgt spid="10"/>
                </p:tgtEl>
              </p:cMediaNode>
            </p:audio>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Decomposition2.mp3">
            <a:hlinkClick r:id="" action="ppaction://media"/>
          </p:cNvPr>
          <p:cNvPicPr>
            <a:picLocks noRot="1" noChangeAspect="1"/>
          </p:cNvPicPr>
          <p:nvPr>
            <a:audioFile r:link="rId2"/>
          </p:nvPr>
        </p:nvPicPr>
        <p:blipFill>
          <a:blip r:embed="rId5"/>
          <a:stretch>
            <a:fillRect/>
          </a:stretch>
        </p:blipFill>
        <p:spPr>
          <a:xfrm>
            <a:off x="6232525" y="2193925"/>
            <a:ext cx="244475" cy="244475"/>
          </a:xfrm>
          <a:prstGeom prst="rect">
            <a:avLst/>
          </a:prstGeom>
        </p:spPr>
      </p:pic>
      <p:pic>
        <p:nvPicPr>
          <p:cNvPr id="10" name="Decomposition1.mp3">
            <a:hlinkClick r:id="" action="ppaction://media"/>
          </p:cNvPr>
          <p:cNvPicPr>
            <a:picLocks noRot="1" noChangeAspect="1"/>
          </p:cNvPicPr>
          <p:nvPr>
            <a:audioFile r:link="rId3"/>
          </p:nvPr>
        </p:nvPicPr>
        <p:blipFill>
          <a:blip r:embed="rId6"/>
          <a:stretch>
            <a:fillRect/>
          </a:stretch>
        </p:blipFill>
        <p:spPr>
          <a:xfrm>
            <a:off x="4572000" y="2193925"/>
            <a:ext cx="244475" cy="244475"/>
          </a:xfrm>
          <a:prstGeom prst="rect">
            <a:avLst/>
          </a:prstGeom>
        </p:spPr>
      </p:pic>
      <p:sp>
        <p:nvSpPr>
          <p:cNvPr id="11" name="Rectangle 10"/>
          <p:cNvSpPr/>
          <p:nvPr/>
        </p:nvSpPr>
        <p:spPr>
          <a:xfrm>
            <a:off x="0" y="0"/>
            <a:ext cx="8153400" cy="6858000"/>
          </a:xfrm>
          <a:prstGeom prst="rec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2000" dirty="0" smtClean="0">
                <a:solidFill>
                  <a:srgbClr val="7030A0"/>
                </a:solidFill>
              </a:rPr>
              <a:t>In this reaction you can observe that a single reactant breaks down to give simpler products. This is a decomposition reaction. Ferrous </a:t>
            </a:r>
            <a:r>
              <a:rPr lang="en-US" sz="2000" dirty="0" err="1" smtClean="0">
                <a:solidFill>
                  <a:srgbClr val="7030A0"/>
                </a:solidFill>
              </a:rPr>
              <a:t>sulphate</a:t>
            </a:r>
            <a:r>
              <a:rPr lang="en-US" sz="2000" dirty="0" smtClean="0">
                <a:solidFill>
                  <a:srgbClr val="7030A0"/>
                </a:solidFill>
              </a:rPr>
              <a:t> crystals (FeSO</a:t>
            </a:r>
            <a:r>
              <a:rPr lang="en-US" sz="2000" baseline="-30000" dirty="0" smtClean="0">
                <a:solidFill>
                  <a:srgbClr val="7030A0"/>
                </a:solidFill>
              </a:rPr>
              <a:t>4</a:t>
            </a:r>
            <a:r>
              <a:rPr lang="en-US" sz="2000" dirty="0" smtClean="0">
                <a:solidFill>
                  <a:srgbClr val="7030A0"/>
                </a:solidFill>
              </a:rPr>
              <a:t>, 7H</a:t>
            </a:r>
            <a:r>
              <a:rPr lang="en-US" sz="2000" baseline="-30000" dirty="0" smtClean="0">
                <a:solidFill>
                  <a:srgbClr val="7030A0"/>
                </a:solidFill>
              </a:rPr>
              <a:t>2</a:t>
            </a:r>
            <a:r>
              <a:rPr lang="en-US" sz="2000" dirty="0" smtClean="0">
                <a:solidFill>
                  <a:srgbClr val="7030A0"/>
                </a:solidFill>
              </a:rPr>
              <a:t>O) lose </a:t>
            </a:r>
            <a:r>
              <a:rPr lang="en-US" sz="2000" dirty="0" err="1" smtClean="0">
                <a:solidFill>
                  <a:srgbClr val="7030A0"/>
                </a:solidFill>
              </a:rPr>
              <a:t>water,when</a:t>
            </a:r>
            <a:r>
              <a:rPr lang="en-US" sz="2000" dirty="0" smtClean="0">
                <a:solidFill>
                  <a:srgbClr val="7030A0"/>
                </a:solidFill>
              </a:rPr>
              <a:t> heated and the </a:t>
            </a:r>
            <a:r>
              <a:rPr lang="en-US" sz="2000" dirty="0" err="1" smtClean="0">
                <a:solidFill>
                  <a:srgbClr val="7030A0"/>
                </a:solidFill>
              </a:rPr>
              <a:t>colour</a:t>
            </a:r>
            <a:r>
              <a:rPr lang="en-US" sz="2000" dirty="0" smtClean="0">
                <a:solidFill>
                  <a:srgbClr val="7030A0"/>
                </a:solidFill>
              </a:rPr>
              <a:t> of the crystals changes. It then decomposes to ferric oxide (Fe</a:t>
            </a:r>
            <a:r>
              <a:rPr lang="en-US" sz="2000" baseline="-30000" dirty="0" smtClean="0">
                <a:solidFill>
                  <a:srgbClr val="7030A0"/>
                </a:solidFill>
              </a:rPr>
              <a:t>2</a:t>
            </a:r>
            <a:r>
              <a:rPr lang="en-US" sz="2000" dirty="0" smtClean="0">
                <a:solidFill>
                  <a:srgbClr val="7030A0"/>
                </a:solidFill>
              </a:rPr>
              <a:t>O</a:t>
            </a:r>
            <a:r>
              <a:rPr lang="en-US" sz="2000" baseline="-30000" dirty="0" smtClean="0">
                <a:solidFill>
                  <a:srgbClr val="7030A0"/>
                </a:solidFill>
              </a:rPr>
              <a:t>3</a:t>
            </a:r>
            <a:r>
              <a:rPr lang="en-US" sz="2000" dirty="0" smtClean="0">
                <a:solidFill>
                  <a:srgbClr val="7030A0"/>
                </a:solidFill>
              </a:rPr>
              <a:t>), </a:t>
            </a:r>
            <a:r>
              <a:rPr lang="en-US" sz="2000" dirty="0" err="1" smtClean="0">
                <a:solidFill>
                  <a:srgbClr val="7030A0"/>
                </a:solidFill>
              </a:rPr>
              <a:t>sulphur</a:t>
            </a:r>
            <a:r>
              <a:rPr lang="en-US" sz="2000" dirty="0" smtClean="0">
                <a:solidFill>
                  <a:srgbClr val="7030A0"/>
                </a:solidFill>
              </a:rPr>
              <a:t> dioxide (SO</a:t>
            </a:r>
            <a:r>
              <a:rPr lang="en-US" sz="2000" baseline="-30000" dirty="0" smtClean="0">
                <a:solidFill>
                  <a:srgbClr val="7030A0"/>
                </a:solidFill>
              </a:rPr>
              <a:t>2</a:t>
            </a:r>
            <a:r>
              <a:rPr lang="en-US" sz="2000" dirty="0" smtClean="0">
                <a:solidFill>
                  <a:srgbClr val="7030A0"/>
                </a:solidFill>
              </a:rPr>
              <a:t>) and </a:t>
            </a:r>
            <a:r>
              <a:rPr lang="en-US" sz="2000" dirty="0" err="1" smtClean="0">
                <a:solidFill>
                  <a:srgbClr val="7030A0"/>
                </a:solidFill>
              </a:rPr>
              <a:t>sulphur</a:t>
            </a:r>
            <a:r>
              <a:rPr lang="en-US" sz="2000" dirty="0" smtClean="0">
                <a:solidFill>
                  <a:srgbClr val="7030A0"/>
                </a:solidFill>
              </a:rPr>
              <a:t> trioxide (SO</a:t>
            </a:r>
            <a:r>
              <a:rPr lang="en-US" sz="2000" baseline="-30000" dirty="0" smtClean="0">
                <a:solidFill>
                  <a:srgbClr val="7030A0"/>
                </a:solidFill>
              </a:rPr>
              <a:t>3</a:t>
            </a:r>
            <a:r>
              <a:rPr lang="en-US" sz="2000" dirty="0" smtClean="0">
                <a:solidFill>
                  <a:srgbClr val="7030A0"/>
                </a:solidFill>
              </a:rPr>
              <a:t>). Ferric oxide is a solid, while SO</a:t>
            </a:r>
            <a:r>
              <a:rPr lang="en-US" sz="2000" baseline="-30000" dirty="0" smtClean="0">
                <a:solidFill>
                  <a:srgbClr val="7030A0"/>
                </a:solidFill>
              </a:rPr>
              <a:t>3</a:t>
            </a:r>
            <a:r>
              <a:rPr lang="en-US" sz="2000" dirty="0" smtClean="0">
                <a:solidFill>
                  <a:srgbClr val="7030A0"/>
                </a:solidFill>
              </a:rPr>
              <a:t> and SO</a:t>
            </a:r>
            <a:r>
              <a:rPr lang="en-US" sz="2000" baseline="-30000" dirty="0" smtClean="0">
                <a:solidFill>
                  <a:srgbClr val="7030A0"/>
                </a:solidFill>
              </a:rPr>
              <a:t>2</a:t>
            </a:r>
            <a:r>
              <a:rPr lang="en-US" sz="2000" dirty="0" smtClean="0">
                <a:solidFill>
                  <a:srgbClr val="7030A0"/>
                </a:solidFill>
              </a:rPr>
              <a:t> are gases. </a:t>
            </a:r>
          </a:p>
          <a:p>
            <a:endParaRPr lang="en-US" sz="1200" dirty="0" smtClean="0">
              <a:solidFill>
                <a:srgbClr val="00B0F0"/>
              </a:solidFill>
            </a:endParaRPr>
          </a:p>
        </p:txBody>
      </p:sp>
      <p:sp>
        <p:nvSpPr>
          <p:cNvPr id="12" name="Rounded Rectangle 11">
            <a:hlinkHover r:id="rId7" action="ppaction://hlinksldjump"/>
          </p:cNvPr>
          <p:cNvSpPr/>
          <p:nvPr/>
        </p:nvSpPr>
        <p:spPr>
          <a:xfrm>
            <a:off x="0" y="228600"/>
            <a:ext cx="8153400" cy="838200"/>
          </a:xfrm>
          <a:prstGeom prst="round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a:off x="95528" y="143470"/>
            <a:ext cx="7981672" cy="923330"/>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IN" sz="5400" b="1" cap="none" spc="0" dirty="0" smtClean="0">
                <a:ln w="11430"/>
                <a:solidFill>
                  <a:srgbClr val="00B0F0"/>
                </a:solidFill>
                <a:effectLst>
                  <a:outerShdw blurRad="50800" dist="39000" dir="5460000" algn="tl">
                    <a:srgbClr val="000000">
                      <a:alpha val="38000"/>
                    </a:srgbClr>
                  </a:outerShdw>
                </a:effectLst>
              </a:rPr>
              <a:t>Decomposition Reaction</a:t>
            </a:r>
            <a:endParaRPr lang="en-US" sz="5400" b="1" cap="none" spc="0" dirty="0">
              <a:ln w="11430"/>
              <a:solidFill>
                <a:srgbClr val="00B0F0"/>
              </a:solidFill>
              <a:effectLst>
                <a:outerShdw blurRad="50800" dist="39000" dir="5460000" algn="tl">
                  <a:srgbClr val="000000">
                    <a:alpha val="38000"/>
                  </a:srgbClr>
                </a:outerShdw>
              </a:effectLst>
            </a:endParaRPr>
          </a:p>
        </p:txBody>
      </p:sp>
      <p:graphicFrame>
        <p:nvGraphicFramePr>
          <p:cNvPr id="7" name="Object 6"/>
          <p:cNvGraphicFramePr>
            <a:graphicFrameLocks noChangeAspect="1"/>
          </p:cNvGraphicFramePr>
          <p:nvPr/>
        </p:nvGraphicFramePr>
        <p:xfrm>
          <a:off x="0" y="1124824"/>
          <a:ext cx="8077200" cy="903306"/>
        </p:xfrm>
        <a:graphic>
          <a:graphicData uri="http://schemas.openxmlformats.org/presentationml/2006/ole">
            <p:oleObj spid="_x0000_s24578" name="Equation" r:id="rId8" imgW="2654280" imgH="266400" progId="Equation.3">
              <p:embed/>
            </p:oleObj>
          </a:graphicData>
        </a:graphic>
      </p:graphicFrame>
      <p:pic>
        <p:nvPicPr>
          <p:cNvPr id="24580" name="Picture 4" descr="Class 10 Science- Chapter 1- Chemical Reactions and Equations- Heating  Ferrous Sulphate Crystals - CBSE Class Notes Online - Classnotes123">
            <a:hlinkClick r:id="rId9" action="ppaction://hlinkfile"/>
          </p:cNvPr>
          <p:cNvPicPr>
            <a:picLocks noChangeAspect="1" noChangeArrowheads="1"/>
          </p:cNvPicPr>
          <p:nvPr/>
        </p:nvPicPr>
        <p:blipFill>
          <a:blip r:embed="rId10"/>
          <a:srcRect/>
          <a:stretch>
            <a:fillRect/>
          </a:stretch>
        </p:blipFill>
        <p:spPr bwMode="auto">
          <a:xfrm>
            <a:off x="0" y="4800600"/>
            <a:ext cx="2582891" cy="1924050"/>
          </a:xfrm>
          <a:prstGeom prst="rect">
            <a:avLst/>
          </a:prstGeom>
          <a:noFill/>
        </p:spPr>
      </p:pic>
      <p:sp>
        <p:nvSpPr>
          <p:cNvPr id="14" name="TextBox 13"/>
          <p:cNvSpPr txBox="1"/>
          <p:nvPr/>
        </p:nvSpPr>
        <p:spPr>
          <a:xfrm>
            <a:off x="1" y="4191001"/>
            <a:ext cx="2590800" cy="646331"/>
          </a:xfrm>
          <a:prstGeom prst="rect">
            <a:avLst/>
          </a:prstGeom>
          <a:noFill/>
        </p:spPr>
        <p:txBody>
          <a:bodyPr wrap="square" rtlCol="0">
            <a:spAutoFit/>
          </a:bodyPr>
          <a:lstStyle/>
          <a:p>
            <a:pPr algn="just"/>
            <a:r>
              <a:rPr lang="en-US" sz="1200" dirty="0" smtClean="0">
                <a:solidFill>
                  <a:srgbClr val="00B0F0"/>
                </a:solidFill>
              </a:rPr>
              <a:t>Correct way of heating the boiling tube containing crystals of ferrous </a:t>
            </a:r>
            <a:r>
              <a:rPr lang="en-US" sz="1200" dirty="0" err="1" smtClean="0">
                <a:solidFill>
                  <a:srgbClr val="00B0F0"/>
                </a:solidFill>
              </a:rPr>
              <a:t>sulphate</a:t>
            </a:r>
            <a:r>
              <a:rPr lang="en-US" sz="1200" dirty="0" smtClean="0">
                <a:solidFill>
                  <a:srgbClr val="00B0F0"/>
                </a:solidFill>
              </a:rPr>
              <a:t> and of smelling the </a:t>
            </a:r>
            <a:r>
              <a:rPr lang="en-US" sz="1200" dirty="0" err="1" smtClean="0">
                <a:solidFill>
                  <a:srgbClr val="00B0F0"/>
                </a:solidFill>
              </a:rPr>
              <a:t>odour</a:t>
            </a:r>
            <a:endParaRPr lang="en-US" sz="1200" b="1" dirty="0" smtClean="0">
              <a:solidFill>
                <a:srgbClr val="00B0F0"/>
              </a:solidFill>
            </a:endParaRPr>
          </a:p>
        </p:txBody>
      </p:sp>
      <p:sp>
        <p:nvSpPr>
          <p:cNvPr id="15" name="TextBox 14"/>
          <p:cNvSpPr txBox="1"/>
          <p:nvPr/>
        </p:nvSpPr>
        <p:spPr>
          <a:xfrm>
            <a:off x="2667000" y="4267200"/>
            <a:ext cx="5486400" cy="1384995"/>
          </a:xfrm>
          <a:prstGeom prst="rect">
            <a:avLst/>
          </a:prstGeom>
          <a:noFill/>
        </p:spPr>
        <p:txBody>
          <a:bodyPr wrap="square" rtlCol="0">
            <a:spAutoFit/>
          </a:bodyPr>
          <a:lstStyle/>
          <a:p>
            <a:r>
              <a:rPr lang="en-US" sz="1400" dirty="0" smtClean="0">
                <a:solidFill>
                  <a:srgbClr val="00B050"/>
                </a:solidFill>
              </a:rPr>
              <a:t>Decomposition of calcium carbonate to calcium oxide and carbon dioxide on heating is an important decomposition reaction used in various industries. Calcium oxide is called lime or quick lime. It has many uses – one is in the manufacture of cement. When a decomposition reaction is carried out by heating, it is called thermal decomposition.</a:t>
            </a:r>
            <a:endParaRPr lang="en-US" sz="1400" dirty="0">
              <a:solidFill>
                <a:srgbClr val="00B050"/>
              </a:solidFill>
            </a:endParaRPr>
          </a:p>
        </p:txBody>
      </p:sp>
      <p:graphicFrame>
        <p:nvGraphicFramePr>
          <p:cNvPr id="24582" name="Object 6"/>
          <p:cNvGraphicFramePr>
            <a:graphicFrameLocks noChangeAspect="1"/>
          </p:cNvGraphicFramePr>
          <p:nvPr/>
        </p:nvGraphicFramePr>
        <p:xfrm>
          <a:off x="4953001" y="5486400"/>
          <a:ext cx="3047999" cy="634365"/>
        </p:xfrm>
        <a:graphic>
          <a:graphicData uri="http://schemas.openxmlformats.org/presentationml/2006/ole">
            <p:oleObj spid="_x0000_s24582" name="Equation" r:id="rId11" imgW="2031840" imgH="482400" progId="Equation.3">
              <p:embed/>
            </p:oleObj>
          </a:graphicData>
        </a:graphic>
      </p:graphicFrame>
      <p:pic>
        <p:nvPicPr>
          <p:cNvPr id="17" name="Decomposition1.mp3">
            <a:hlinkClick r:id="" action="ppaction://media"/>
          </p:cNvPr>
          <p:cNvPicPr>
            <a:picLocks noRot="1" noChangeAspect="1"/>
          </p:cNvPicPr>
          <p:nvPr>
            <a:audioFile r:link="rId3"/>
          </p:nvPr>
        </p:nvPicPr>
        <p:blipFill>
          <a:blip r:embed="rId12"/>
          <a:stretch>
            <a:fillRect/>
          </a:stretch>
        </p:blipFill>
        <p:spPr>
          <a:xfrm>
            <a:off x="4495801" y="4038601"/>
            <a:ext cx="152400" cy="152400"/>
          </a:xfrm>
          <a:prstGeom prst="rect">
            <a:avLst/>
          </a:prstGeom>
        </p:spPr>
      </p:pic>
      <p:pic>
        <p:nvPicPr>
          <p:cNvPr id="21" name="Decomposition2.mp3">
            <a:hlinkClick r:id="" action="ppaction://media"/>
          </p:cNvPr>
          <p:cNvPicPr>
            <a:picLocks noRot="1" noChangeAspect="1"/>
          </p:cNvPicPr>
          <p:nvPr>
            <a:audioFile r:link="rId2"/>
          </p:nvPr>
        </p:nvPicPr>
        <p:blipFill>
          <a:blip r:embed="rId12"/>
          <a:stretch>
            <a:fillRect/>
          </a:stretch>
        </p:blipFill>
        <p:spPr>
          <a:xfrm>
            <a:off x="4572000" y="5486400"/>
            <a:ext cx="244475" cy="244475"/>
          </a:xfrm>
          <a:prstGeom prst="rect">
            <a:avLst/>
          </a:prstGeom>
        </p:spPr>
      </p:pic>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11">
                                            <p:txEl>
                                              <p:pRg st="0" end="0"/>
                                            </p:txEl>
                                          </p:spTgt>
                                        </p:tgtEl>
                                        <p:attrNameLst>
                                          <p:attrName>style.visibility</p:attrName>
                                        </p:attrNameLst>
                                      </p:cBhvr>
                                      <p:to>
                                        <p:strVal val="visible"/>
                                      </p:to>
                                    </p:set>
                                    <p:animEffect transition="in" filter="checkerboard(across)">
                                      <p:cBhvr>
                                        <p:cTn id="12" dur="3000"/>
                                        <p:tgtEl>
                                          <p:spTgt spid="11">
                                            <p:txEl>
                                              <p:pRg st="0" end="0"/>
                                            </p:txEl>
                                          </p:spTgt>
                                        </p:tgtEl>
                                      </p:cBhvr>
                                    </p:animEffect>
                                  </p:childTnLst>
                                </p:cTn>
                              </p:par>
                            </p:childTnLst>
                          </p:cTn>
                        </p:par>
                        <p:par>
                          <p:cTn id="13" fill="hold">
                            <p:stCondLst>
                              <p:cond delay="3000"/>
                            </p:stCondLst>
                            <p:childTnLst>
                              <p:par>
                                <p:cTn id="14" presetID="1" presetClass="mediacall" presetSubtype="0" fill="hold" nodeType="afterEffect">
                                  <p:stCondLst>
                                    <p:cond delay="0"/>
                                  </p:stCondLst>
                                  <p:childTnLst>
                                    <p:cmd type="call" cmd="playFrom(0.0)">
                                      <p:cBhvr>
                                        <p:cTn id="15" dur="38064" fill="hold"/>
                                        <p:tgtEl>
                                          <p:spTgt spid="17"/>
                                        </p:tgtEl>
                                      </p:cBhvr>
                                    </p:cmd>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nodeType="clickEffect">
                                  <p:stCondLst>
                                    <p:cond delay="0"/>
                                  </p:stCondLst>
                                  <p:childTnLst>
                                    <p:set>
                                      <p:cBhvr>
                                        <p:cTn id="19" dur="1" fill="hold">
                                          <p:stCondLst>
                                            <p:cond delay="0"/>
                                          </p:stCondLst>
                                        </p:cTn>
                                        <p:tgtEl>
                                          <p:spTgt spid="24580"/>
                                        </p:tgtEl>
                                        <p:attrNameLst>
                                          <p:attrName>style.visibility</p:attrName>
                                        </p:attrNameLst>
                                      </p:cBhvr>
                                      <p:to>
                                        <p:strVal val="visible"/>
                                      </p:to>
                                    </p:set>
                                    <p:animEffect transition="in" filter="blinds(horizontal)">
                                      <p:cBhvr>
                                        <p:cTn id="20" dur="5000"/>
                                        <p:tgtEl>
                                          <p:spTgt spid="24580"/>
                                        </p:tgtEl>
                                      </p:cBhvr>
                                    </p:animEffect>
                                  </p:childTnLst>
                                </p:cTn>
                              </p:par>
                            </p:childTnLst>
                          </p:cTn>
                        </p:par>
                      </p:childTnLst>
                    </p:cTn>
                  </p:par>
                  <p:par>
                    <p:cTn id="21" fill="hold">
                      <p:stCondLst>
                        <p:cond delay="indefinite"/>
                      </p:stCondLst>
                      <p:childTnLst>
                        <p:par>
                          <p:cTn id="22" fill="hold">
                            <p:stCondLst>
                              <p:cond delay="0"/>
                            </p:stCondLst>
                            <p:childTnLst>
                              <p:par>
                                <p:cTn id="23" presetID="4" presetClass="entr" presetSubtype="16" fill="hold" nodeType="clickEffect">
                                  <p:stCondLst>
                                    <p:cond delay="0"/>
                                  </p:stCondLst>
                                  <p:childTnLst>
                                    <p:set>
                                      <p:cBhvr>
                                        <p:cTn id="24" dur="1" fill="hold">
                                          <p:stCondLst>
                                            <p:cond delay="0"/>
                                          </p:stCondLst>
                                        </p:cTn>
                                        <p:tgtEl>
                                          <p:spTgt spid="14">
                                            <p:txEl>
                                              <p:pRg st="0" end="0"/>
                                            </p:txEl>
                                          </p:spTgt>
                                        </p:tgtEl>
                                        <p:attrNameLst>
                                          <p:attrName>style.visibility</p:attrName>
                                        </p:attrNameLst>
                                      </p:cBhvr>
                                      <p:to>
                                        <p:strVal val="visible"/>
                                      </p:to>
                                    </p:set>
                                    <p:animEffect transition="in" filter="box(in)">
                                      <p:cBhvr>
                                        <p:cTn id="25" dur="5000"/>
                                        <p:tgtEl>
                                          <p:spTgt spid="14">
                                            <p:txEl>
                                              <p:pRg st="0" end="0"/>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5" presetClass="entr" presetSubtype="10" fill="hold" nodeType="clickEffect">
                                  <p:stCondLst>
                                    <p:cond delay="0"/>
                                  </p:stCondLst>
                                  <p:childTnLst>
                                    <p:set>
                                      <p:cBhvr>
                                        <p:cTn id="29" dur="1" fill="hold">
                                          <p:stCondLst>
                                            <p:cond delay="0"/>
                                          </p:stCondLst>
                                        </p:cTn>
                                        <p:tgtEl>
                                          <p:spTgt spid="15">
                                            <p:txEl>
                                              <p:pRg st="0" end="0"/>
                                            </p:txEl>
                                          </p:spTgt>
                                        </p:tgtEl>
                                        <p:attrNameLst>
                                          <p:attrName>style.visibility</p:attrName>
                                        </p:attrNameLst>
                                      </p:cBhvr>
                                      <p:to>
                                        <p:strVal val="visible"/>
                                      </p:to>
                                    </p:set>
                                    <p:animEffect transition="in" filter="checkerboard(across)">
                                      <p:cBhvr>
                                        <p:cTn id="30" dur="5000"/>
                                        <p:tgtEl>
                                          <p:spTgt spid="15">
                                            <p:txEl>
                                              <p:pRg st="0" end="0"/>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24582"/>
                                        </p:tgtEl>
                                        <p:attrNameLst>
                                          <p:attrName>style.visibility</p:attrName>
                                        </p:attrNameLst>
                                      </p:cBhvr>
                                      <p:to>
                                        <p:strVal val="visible"/>
                                      </p:to>
                                    </p:set>
                                    <p:animEffect transition="in" filter="fade">
                                      <p:cBhvr>
                                        <p:cTn id="35" dur="2000"/>
                                        <p:tgtEl>
                                          <p:spTgt spid="24582"/>
                                        </p:tgtEl>
                                      </p:cBhvr>
                                    </p:animEffect>
                                  </p:childTnLst>
                                </p:cTn>
                              </p:par>
                            </p:childTnLst>
                          </p:cTn>
                        </p:par>
                        <p:par>
                          <p:cTn id="36" fill="hold">
                            <p:stCondLst>
                              <p:cond delay="2000"/>
                            </p:stCondLst>
                            <p:childTnLst>
                              <p:par>
                                <p:cTn id="37" presetID="1" presetClass="mediacall" presetSubtype="0" fill="hold" nodeType="afterEffect">
                                  <p:stCondLst>
                                    <p:cond delay="0"/>
                                  </p:stCondLst>
                                  <p:childTnLst>
                                    <p:cmd type="call" cmd="playFrom(0.0)">
                                      <p:cBhvr>
                                        <p:cTn id="38" dur="25560" fill="hold"/>
                                        <p:tgtEl>
                                          <p:spTgt spid="21"/>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p:cTn id="39" fill="hold" display="0">
                  <p:stCondLst>
                    <p:cond delay="indefinite"/>
                  </p:stCondLst>
                  <p:endCondLst>
                    <p:cond evt="onNext" delay="0">
                      <p:tgtEl>
                        <p:sldTgt/>
                      </p:tgtEl>
                    </p:cond>
                    <p:cond evt="onPrev" delay="0">
                      <p:tgtEl>
                        <p:sldTgt/>
                      </p:tgtEl>
                    </p:cond>
                    <p:cond evt="onStopAudio" delay="0">
                      <p:tgtEl>
                        <p:sldTgt/>
                      </p:tgtEl>
                    </p:cond>
                  </p:endCondLst>
                </p:cTn>
                <p:tgtEl>
                  <p:spTgt spid="10"/>
                </p:tgtEl>
              </p:cMediaNode>
            </p:audio>
            <p:audio>
              <p:cMediaNode>
                <p:cTn id="40" fill="hold" display="0">
                  <p:stCondLst>
                    <p:cond delay="indefinite"/>
                  </p:stCondLst>
                  <p:endCondLst>
                    <p:cond evt="onNext" delay="0">
                      <p:tgtEl>
                        <p:sldTgt/>
                      </p:tgtEl>
                    </p:cond>
                    <p:cond evt="onPrev" delay="0">
                      <p:tgtEl>
                        <p:sldTgt/>
                      </p:tgtEl>
                    </p:cond>
                    <p:cond evt="onStopAudio" delay="0">
                      <p:tgtEl>
                        <p:sldTgt/>
                      </p:tgtEl>
                    </p:cond>
                  </p:endCondLst>
                </p:cTn>
                <p:tgtEl>
                  <p:spTgt spid="16"/>
                </p:tgtEl>
              </p:cMediaNode>
            </p:audio>
            <p:audio>
              <p:cMediaNode>
                <p:cTn id="41" fill="hold" display="0">
                  <p:stCondLst>
                    <p:cond delay="indefinite"/>
                  </p:stCondLst>
                  <p:endCondLst>
                    <p:cond evt="onNext" delay="0">
                      <p:tgtEl>
                        <p:sldTgt/>
                      </p:tgtEl>
                    </p:cond>
                    <p:cond evt="onPrev" delay="0">
                      <p:tgtEl>
                        <p:sldTgt/>
                      </p:tgtEl>
                    </p:cond>
                    <p:cond evt="onStopAudio" delay="0">
                      <p:tgtEl>
                        <p:sldTgt/>
                      </p:tgtEl>
                    </p:cond>
                  </p:endCondLst>
                </p:cTn>
                <p:tgtEl>
                  <p:spTgt spid="17"/>
                </p:tgtEl>
              </p:cMediaNode>
            </p:audio>
            <p:audio>
              <p:cMediaNode>
                <p:cTn id="42" fill="hold" display="0">
                  <p:stCondLst>
                    <p:cond delay="indefinite"/>
                  </p:stCondLst>
                  <p:endCondLst>
                    <p:cond evt="onNext" delay="0">
                      <p:tgtEl>
                        <p:sldTgt/>
                      </p:tgtEl>
                    </p:cond>
                    <p:cond evt="onPrev" delay="0">
                      <p:tgtEl>
                        <p:sldTgt/>
                      </p:tgtEl>
                    </p:cond>
                    <p:cond evt="onStopAudio" delay="0">
                      <p:tgtEl>
                        <p:sldTgt/>
                      </p:tgtEl>
                    </p:cond>
                  </p:endCondLst>
                </p:cTn>
                <p:tgtEl>
                  <p:spTgt spid="21"/>
                </p:tgtEl>
              </p:cMediaNode>
            </p:audio>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hlinkHover r:id="rId4" action="ppaction://hlinksldjump"/>
          </p:cNvPr>
          <p:cNvSpPr/>
          <p:nvPr/>
        </p:nvSpPr>
        <p:spPr>
          <a:xfrm>
            <a:off x="0" y="0"/>
            <a:ext cx="8153400" cy="6858000"/>
          </a:xfrm>
          <a:prstGeom prst="rec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dirty="0" smtClean="0">
              <a:solidFill>
                <a:srgbClr val="00B050"/>
              </a:solidFill>
            </a:endParaRPr>
          </a:p>
          <a:p>
            <a:pPr algn="ctr"/>
            <a:r>
              <a:rPr lang="en-US" sz="2000" b="1" dirty="0" smtClean="0">
                <a:solidFill>
                  <a:srgbClr val="7030A0"/>
                </a:solidFill>
              </a:rPr>
              <a:t>when two or more substances (elements or compounds) combine to form a single product, the reactions are called combination reactions.</a:t>
            </a:r>
            <a:endParaRPr lang="en-US" sz="2000" b="1" dirty="0">
              <a:solidFill>
                <a:srgbClr val="7030A0"/>
              </a:solidFill>
            </a:endParaRPr>
          </a:p>
        </p:txBody>
      </p:sp>
      <p:sp>
        <p:nvSpPr>
          <p:cNvPr id="12" name="Rounded Rectangle 11">
            <a:hlinkHover r:id="rId4" action="ppaction://hlinksldjump"/>
          </p:cNvPr>
          <p:cNvSpPr/>
          <p:nvPr/>
        </p:nvSpPr>
        <p:spPr>
          <a:xfrm>
            <a:off x="304800" y="685800"/>
            <a:ext cx="7467600" cy="838200"/>
          </a:xfrm>
          <a:prstGeom prst="round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a:off x="304800" y="609600"/>
            <a:ext cx="7293984" cy="923330"/>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IN" sz="5400" b="1" cap="none" spc="0" dirty="0" smtClean="0">
                <a:ln w="11430"/>
                <a:solidFill>
                  <a:srgbClr val="00B0F0"/>
                </a:solidFill>
                <a:effectLst>
                  <a:outerShdw blurRad="50800" dist="39000" dir="5460000" algn="tl">
                    <a:srgbClr val="000000">
                      <a:alpha val="38000"/>
                    </a:srgbClr>
                  </a:outerShdw>
                </a:effectLst>
              </a:rPr>
              <a:t>Combination Reaction</a:t>
            </a:r>
            <a:endParaRPr lang="en-US" sz="5400" b="1" cap="none" spc="0" dirty="0">
              <a:ln w="11430"/>
              <a:solidFill>
                <a:srgbClr val="00B0F0"/>
              </a:solidFill>
              <a:effectLst>
                <a:outerShdw blurRad="50800" dist="39000" dir="5460000" algn="tl">
                  <a:srgbClr val="000000">
                    <a:alpha val="38000"/>
                  </a:srgbClr>
                </a:outerShdw>
              </a:effectLst>
            </a:endParaRPr>
          </a:p>
        </p:txBody>
      </p:sp>
      <p:sp>
        <p:nvSpPr>
          <p:cNvPr id="8" name="TextBox 7"/>
          <p:cNvSpPr txBox="1"/>
          <p:nvPr/>
        </p:nvSpPr>
        <p:spPr>
          <a:xfrm>
            <a:off x="457200" y="1600200"/>
            <a:ext cx="7315200" cy="1477328"/>
          </a:xfrm>
          <a:prstGeom prst="rect">
            <a:avLst/>
          </a:prstGeom>
          <a:noFill/>
        </p:spPr>
        <p:txBody>
          <a:bodyPr wrap="square" rtlCol="0">
            <a:spAutoFit/>
          </a:bodyPr>
          <a:lstStyle/>
          <a:p>
            <a:pPr marL="400050" indent="-400050"/>
            <a:r>
              <a:rPr lang="en-US" b="1" dirty="0" smtClean="0">
                <a:solidFill>
                  <a:srgbClr val="00B050"/>
                </a:solidFill>
              </a:rPr>
              <a:t>Burning of coal </a:t>
            </a:r>
          </a:p>
          <a:p>
            <a:pPr marL="400050" indent="-400050">
              <a:buAutoNum type="romanLcParenR"/>
            </a:pPr>
            <a:r>
              <a:rPr lang="en-US" b="1" dirty="0" smtClean="0">
                <a:solidFill>
                  <a:srgbClr val="00B050"/>
                </a:solidFill>
              </a:rPr>
              <a:t>   </a:t>
            </a:r>
          </a:p>
          <a:p>
            <a:pPr marL="400050" indent="-400050"/>
            <a:endParaRPr lang="en-US" b="1" dirty="0" smtClean="0">
              <a:solidFill>
                <a:srgbClr val="00B050"/>
              </a:solidFill>
            </a:endParaRPr>
          </a:p>
          <a:p>
            <a:pPr marL="400050" indent="-400050"/>
            <a:r>
              <a:rPr lang="en-US" b="1" dirty="0" smtClean="0">
                <a:solidFill>
                  <a:srgbClr val="00B050"/>
                </a:solidFill>
              </a:rPr>
              <a:t>Formation of water from H(g) and O(g)  </a:t>
            </a:r>
          </a:p>
          <a:p>
            <a:pPr marL="400050" indent="-400050"/>
            <a:r>
              <a:rPr lang="en-US" b="1" dirty="0" smtClean="0">
                <a:solidFill>
                  <a:srgbClr val="00B050"/>
                </a:solidFill>
              </a:rPr>
              <a:t>ii)   </a:t>
            </a:r>
            <a:endParaRPr lang="en-US" b="1" dirty="0">
              <a:solidFill>
                <a:srgbClr val="00B050"/>
              </a:solidFill>
            </a:endParaRPr>
          </a:p>
        </p:txBody>
      </p:sp>
      <p:graphicFrame>
        <p:nvGraphicFramePr>
          <p:cNvPr id="9" name="Object 8"/>
          <p:cNvGraphicFramePr>
            <a:graphicFrameLocks noChangeAspect="1"/>
          </p:cNvGraphicFramePr>
          <p:nvPr/>
        </p:nvGraphicFramePr>
        <p:xfrm>
          <a:off x="838200" y="1981199"/>
          <a:ext cx="2438400" cy="380301"/>
        </p:xfrm>
        <a:graphic>
          <a:graphicData uri="http://schemas.openxmlformats.org/presentationml/2006/ole">
            <p:oleObj spid="_x0000_s25602" name="Equation" r:id="rId5" imgW="1384200" imgH="215640" progId="Equation.3">
              <p:embed/>
            </p:oleObj>
          </a:graphicData>
        </a:graphic>
      </p:graphicFrame>
      <p:graphicFrame>
        <p:nvGraphicFramePr>
          <p:cNvPr id="23557" name="Object 5"/>
          <p:cNvGraphicFramePr>
            <a:graphicFrameLocks noChangeAspect="1"/>
          </p:cNvGraphicFramePr>
          <p:nvPr/>
        </p:nvGraphicFramePr>
        <p:xfrm>
          <a:off x="838200" y="2743199"/>
          <a:ext cx="3124200" cy="392982"/>
        </p:xfrm>
        <a:graphic>
          <a:graphicData uri="http://schemas.openxmlformats.org/presentationml/2006/ole">
            <p:oleObj spid="_x0000_s25603" name="Equation" r:id="rId6" imgW="2019240" imgH="253800" progId="Equation.3">
              <p:embed/>
            </p:oleObj>
          </a:graphicData>
        </a:graphic>
      </p:graphicFrame>
      <p:pic>
        <p:nvPicPr>
          <p:cNvPr id="14" name="Combination.mp3">
            <a:hlinkClick r:id="" action="ppaction://media"/>
          </p:cNvPr>
          <p:cNvPicPr>
            <a:picLocks noRot="1" noChangeAspect="1"/>
          </p:cNvPicPr>
          <p:nvPr>
            <a:audioFile r:link="rId2"/>
          </p:nvPr>
        </p:nvPicPr>
        <p:blipFill>
          <a:blip r:embed="rId7"/>
          <a:stretch>
            <a:fillRect/>
          </a:stretch>
        </p:blipFill>
        <p:spPr>
          <a:xfrm>
            <a:off x="4876800" y="3810000"/>
            <a:ext cx="168275" cy="168275"/>
          </a:xfrm>
          <a:prstGeom prst="rect">
            <a:avLst/>
          </a:prstGeom>
        </p:spPr>
      </p:pic>
      <p:sp>
        <p:nvSpPr>
          <p:cNvPr id="10" name="Rectangle 9"/>
          <p:cNvSpPr/>
          <p:nvPr/>
        </p:nvSpPr>
        <p:spPr>
          <a:xfrm>
            <a:off x="0" y="152400"/>
            <a:ext cx="8153400" cy="6858000"/>
          </a:xfrm>
          <a:prstGeom prst="rec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200" dirty="0" smtClean="0">
              <a:solidFill>
                <a:srgbClr val="00B0F0"/>
              </a:solidFill>
            </a:endParaRPr>
          </a:p>
        </p:txBody>
      </p:sp>
      <p:sp>
        <p:nvSpPr>
          <p:cNvPr id="16" name="Rounded Rectangle 15">
            <a:hlinkHover r:id="rId4" action="ppaction://hlinksldjump"/>
          </p:cNvPr>
          <p:cNvSpPr/>
          <p:nvPr/>
        </p:nvSpPr>
        <p:spPr>
          <a:xfrm>
            <a:off x="0" y="76200"/>
            <a:ext cx="8153400" cy="838200"/>
          </a:xfrm>
          <a:prstGeom prst="round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p:nvSpPr>
        <p:spPr>
          <a:xfrm>
            <a:off x="152400" y="0"/>
            <a:ext cx="7981672" cy="923330"/>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IN" sz="5400" b="1" cap="none" spc="0" dirty="0" smtClean="0">
                <a:ln w="11430"/>
                <a:solidFill>
                  <a:srgbClr val="00B0F0"/>
                </a:solidFill>
                <a:effectLst>
                  <a:outerShdw blurRad="50800" dist="39000" dir="5460000" algn="tl">
                    <a:srgbClr val="000000">
                      <a:alpha val="38000"/>
                    </a:srgbClr>
                  </a:outerShdw>
                </a:effectLst>
              </a:rPr>
              <a:t>Decomposition Reaction</a:t>
            </a:r>
            <a:endParaRPr lang="en-US" sz="5400" b="1" cap="none" spc="0" dirty="0">
              <a:ln w="11430"/>
              <a:solidFill>
                <a:srgbClr val="00B0F0"/>
              </a:solidFill>
              <a:effectLst>
                <a:outerShdw blurRad="50800" dist="39000" dir="5460000" algn="tl">
                  <a:srgbClr val="000000">
                    <a:alpha val="38000"/>
                  </a:srgbClr>
                </a:outerShdw>
              </a:effectLst>
            </a:endParaRPr>
          </a:p>
        </p:txBody>
      </p:sp>
      <p:sp>
        <p:nvSpPr>
          <p:cNvPr id="17" name="Rectangle 16"/>
          <p:cNvSpPr/>
          <p:nvPr/>
        </p:nvSpPr>
        <p:spPr>
          <a:xfrm>
            <a:off x="76200" y="990600"/>
            <a:ext cx="5791200" cy="1754326"/>
          </a:xfrm>
          <a:prstGeom prst="rect">
            <a:avLst/>
          </a:prstGeom>
        </p:spPr>
        <p:txBody>
          <a:bodyPr wrap="square">
            <a:spAutoFit/>
          </a:bodyPr>
          <a:lstStyle/>
          <a:p>
            <a:r>
              <a:rPr lang="en-US" dirty="0" smtClean="0">
                <a:solidFill>
                  <a:srgbClr val="FF0000"/>
                </a:solidFill>
              </a:rPr>
              <a:t>Another example of a thermal decomposition reaction</a:t>
            </a:r>
          </a:p>
          <a:p>
            <a:endParaRPr lang="en-IN" dirty="0" smtClean="0">
              <a:solidFill>
                <a:srgbClr val="FF0000"/>
              </a:solidFill>
            </a:endParaRPr>
          </a:p>
          <a:p>
            <a:pPr marL="400050" indent="-400050">
              <a:buAutoNum type="romanUcPeriod"/>
            </a:pPr>
            <a:r>
              <a:rPr lang="en-US" dirty="0" smtClean="0"/>
              <a:t>You will observe the emission of brown fumes.     </a:t>
            </a:r>
          </a:p>
          <a:p>
            <a:pPr marL="400050" indent="-400050"/>
            <a:r>
              <a:rPr lang="en-US" dirty="0" smtClean="0"/>
              <a:t>	These fumes are of nitrogen dioxide (NO</a:t>
            </a:r>
            <a:r>
              <a:rPr lang="en-US" baseline="-30000" dirty="0" smtClean="0"/>
              <a:t>2</a:t>
            </a:r>
            <a:r>
              <a:rPr lang="en-US" dirty="0" smtClean="0"/>
              <a:t>). The reaction that takes place is Decomposition Reaction. </a:t>
            </a:r>
            <a:endParaRPr lang="en-US" dirty="0">
              <a:solidFill>
                <a:srgbClr val="FF0000"/>
              </a:solidFill>
            </a:endParaRPr>
          </a:p>
        </p:txBody>
      </p:sp>
      <p:sp>
        <p:nvSpPr>
          <p:cNvPr id="25609" name="AutoShape 9" descr="Activity 1.6 Class 10 Science - Lead ..."/>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5611" name="AutoShape 11" descr="Activity 1.6 Class 10 Science - Lead ..."/>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5613" name="AutoShape 13" descr="Activity 1.6 Class 10 Science - Lead ..."/>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5615" name="AutoShape 15" descr="Activity 1.6 Class 10 Science - Lead ..."/>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5617" name="AutoShape 17" descr="Activity 1.6 Class 10 Science - Lead Nitrate Experiment"/>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5619" name="AutoShape 19" descr="Activity 1.6 Class 10 Science - Lead Nitrate Experiment"/>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5624" name="AutoShape 24" descr="Activity 1.6 Class 10 Science - Lead Nitrate Experiment"/>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25626" name="Picture 26" descr="Chemical Reactions and Equations | Activity 1.6 with Solution">
            <a:hlinkClick r:id="rId8" action="ppaction://hlinkfile"/>
          </p:cNvPr>
          <p:cNvPicPr>
            <a:picLocks noChangeAspect="1" noChangeArrowheads="1"/>
          </p:cNvPicPr>
          <p:nvPr/>
        </p:nvPicPr>
        <p:blipFill>
          <a:blip r:embed="rId9"/>
          <a:srcRect/>
          <a:stretch>
            <a:fillRect/>
          </a:stretch>
        </p:blipFill>
        <p:spPr bwMode="auto">
          <a:xfrm>
            <a:off x="5791200" y="914400"/>
            <a:ext cx="2333625" cy="1866901"/>
          </a:xfrm>
          <a:prstGeom prst="rect">
            <a:avLst/>
          </a:prstGeom>
          <a:noFill/>
        </p:spPr>
      </p:pic>
      <p:graphicFrame>
        <p:nvGraphicFramePr>
          <p:cNvPr id="21" name="Object 20"/>
          <p:cNvGraphicFramePr>
            <a:graphicFrameLocks noChangeAspect="1"/>
          </p:cNvGraphicFramePr>
          <p:nvPr/>
        </p:nvGraphicFramePr>
        <p:xfrm>
          <a:off x="76200" y="2743200"/>
          <a:ext cx="5715000" cy="914400"/>
        </p:xfrm>
        <a:graphic>
          <a:graphicData uri="http://schemas.openxmlformats.org/presentationml/2006/ole">
            <p:oleObj spid="_x0000_s25604" name="Equation" r:id="rId10" imgW="2908080" imgH="457200" progId="Equation.3">
              <p:embed/>
            </p:oleObj>
          </a:graphicData>
        </a:graphic>
      </p:graphicFrame>
      <p:sp>
        <p:nvSpPr>
          <p:cNvPr id="22" name="TextBox 21"/>
          <p:cNvSpPr txBox="1"/>
          <p:nvPr/>
        </p:nvSpPr>
        <p:spPr>
          <a:xfrm>
            <a:off x="76200" y="3886200"/>
            <a:ext cx="5410200" cy="646331"/>
          </a:xfrm>
          <a:prstGeom prst="rect">
            <a:avLst/>
          </a:prstGeom>
          <a:noFill/>
        </p:spPr>
        <p:txBody>
          <a:bodyPr wrap="square" rtlCol="0">
            <a:spAutoFit/>
          </a:bodyPr>
          <a:lstStyle/>
          <a:p>
            <a:r>
              <a:rPr lang="en-IN" dirty="0" smtClean="0"/>
              <a:t>II.    Electrolysis of Water </a:t>
            </a:r>
          </a:p>
          <a:p>
            <a:endParaRPr lang="en-US" dirty="0"/>
          </a:p>
        </p:txBody>
      </p:sp>
      <p:pic>
        <p:nvPicPr>
          <p:cNvPr id="25606" name="Picture 6" descr="Activity 1.7 Class 10 Science - physicscatalyst's Blog">
            <a:hlinkClick r:id="rId11" action="ppaction://hlinkfile"/>
          </p:cNvPr>
          <p:cNvPicPr>
            <a:picLocks noChangeAspect="1" noChangeArrowheads="1"/>
          </p:cNvPicPr>
          <p:nvPr/>
        </p:nvPicPr>
        <p:blipFill>
          <a:blip r:embed="rId12"/>
          <a:srcRect/>
          <a:stretch>
            <a:fillRect/>
          </a:stretch>
        </p:blipFill>
        <p:spPr bwMode="auto">
          <a:xfrm>
            <a:off x="5791200" y="2819400"/>
            <a:ext cx="2362200" cy="1595070"/>
          </a:xfrm>
          <a:prstGeom prst="rect">
            <a:avLst/>
          </a:prstGeom>
          <a:noFill/>
        </p:spPr>
      </p:pic>
      <p:sp>
        <p:nvSpPr>
          <p:cNvPr id="24" name="TextBox 23"/>
          <p:cNvSpPr txBox="1"/>
          <p:nvPr/>
        </p:nvSpPr>
        <p:spPr>
          <a:xfrm>
            <a:off x="0" y="4724400"/>
            <a:ext cx="5638800" cy="1200329"/>
          </a:xfrm>
          <a:prstGeom prst="rect">
            <a:avLst/>
          </a:prstGeom>
          <a:noFill/>
        </p:spPr>
        <p:txBody>
          <a:bodyPr wrap="square" rtlCol="0">
            <a:spAutoFit/>
          </a:bodyPr>
          <a:lstStyle/>
          <a:p>
            <a:pPr marL="400050" indent="-400050">
              <a:buAutoNum type="romanUcPeriod" startAt="3"/>
            </a:pPr>
            <a:r>
              <a:rPr lang="en-US" dirty="0" smtClean="0"/>
              <a:t>white silver chloride turns grey in sunlight.      </a:t>
            </a:r>
          </a:p>
          <a:p>
            <a:pPr marL="400050" indent="-400050"/>
            <a:r>
              <a:rPr lang="en-US" dirty="0" smtClean="0"/>
              <a:t>       This is due to the decomposition of silver  chloride into silver and chlorine by light</a:t>
            </a:r>
          </a:p>
          <a:p>
            <a:pPr marL="400050" indent="-400050"/>
            <a:r>
              <a:rPr lang="en-IN" dirty="0" smtClean="0"/>
              <a:t>	</a:t>
            </a:r>
            <a:endParaRPr lang="en-US" dirty="0"/>
          </a:p>
        </p:txBody>
      </p:sp>
      <p:sp>
        <p:nvSpPr>
          <p:cNvPr id="25610" name="AutoShape 10" descr="shows photochemical reaction of silver ..."/>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25612" name="Picture 12" descr="shows photochemical reaction of silver chloride as illustrated in the... |  Download Scientific Diagram">
            <a:hlinkClick r:id="rId13" action="ppaction://hlinkfile"/>
          </p:cNvPr>
          <p:cNvPicPr>
            <a:picLocks noChangeAspect="1" noChangeArrowheads="1"/>
          </p:cNvPicPr>
          <p:nvPr/>
        </p:nvPicPr>
        <p:blipFill>
          <a:blip r:embed="rId14"/>
          <a:srcRect/>
          <a:stretch>
            <a:fillRect/>
          </a:stretch>
        </p:blipFill>
        <p:spPr bwMode="auto">
          <a:xfrm>
            <a:off x="5791200" y="4419599"/>
            <a:ext cx="2362200" cy="1867907"/>
          </a:xfrm>
          <a:prstGeom prst="rect">
            <a:avLst/>
          </a:prstGeom>
          <a:noFill/>
        </p:spPr>
      </p:pic>
      <p:graphicFrame>
        <p:nvGraphicFramePr>
          <p:cNvPr id="27" name="Object 26"/>
          <p:cNvGraphicFramePr>
            <a:graphicFrameLocks noChangeAspect="1"/>
          </p:cNvGraphicFramePr>
          <p:nvPr/>
        </p:nvGraphicFramePr>
        <p:xfrm>
          <a:off x="609600" y="5638799"/>
          <a:ext cx="4114800" cy="447261"/>
        </p:xfrm>
        <a:graphic>
          <a:graphicData uri="http://schemas.openxmlformats.org/presentationml/2006/ole">
            <p:oleObj spid="_x0000_s25605" name="Equation" r:id="rId15" imgW="2336760" imgH="253800" progId="Equation.3">
              <p:embed/>
            </p:oleObj>
          </a:graphicData>
        </a:graphic>
      </p:graphicFrame>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box(in)">
                                      <p:cBhvr>
                                        <p:cTn id="7" dur="5000"/>
                                        <p:tgtEl>
                                          <p:spTgt spid="21"/>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27"/>
                                        </p:tgtEl>
                                        <p:attrNameLst>
                                          <p:attrName>style.visibility</p:attrName>
                                        </p:attrNameLst>
                                      </p:cBhvr>
                                      <p:to>
                                        <p:strVal val="visible"/>
                                      </p:to>
                                    </p:set>
                                    <p:animEffect transition="in" filter="checkerboard(across)">
                                      <p:cBhvr>
                                        <p:cTn id="12" dur="50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audio>
              <p:cMediaNode>
                <p:cTn id="13" fill="hold" display="0">
                  <p:stCondLst>
                    <p:cond delay="indefinite"/>
                  </p:stCondLst>
                  <p:endCondLst>
                    <p:cond evt="onNext" delay="0">
                      <p:tgtEl>
                        <p:sldTgt/>
                      </p:tgtEl>
                    </p:cond>
                    <p:cond evt="onPrev" delay="0">
                      <p:tgtEl>
                        <p:sldTgt/>
                      </p:tgtEl>
                    </p:cond>
                    <p:cond evt="onStopAudio" delay="0">
                      <p:tgtEl>
                        <p:sldTgt/>
                      </p:tgtEl>
                    </p:cond>
                  </p:endCondLst>
                </p:cTn>
                <p:tgtEl>
                  <p:spTgt spid="14"/>
                </p:tgtEl>
              </p:cMediaNode>
            </p:audio>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Decomposition2.mp3">
            <a:hlinkClick r:id="" action="ppaction://media"/>
          </p:cNvPr>
          <p:cNvPicPr>
            <a:picLocks noRot="1" noChangeAspect="1"/>
          </p:cNvPicPr>
          <p:nvPr>
            <a:audioFile r:link="rId2"/>
          </p:nvPr>
        </p:nvPicPr>
        <p:blipFill>
          <a:blip r:embed="rId5"/>
          <a:stretch>
            <a:fillRect/>
          </a:stretch>
        </p:blipFill>
        <p:spPr>
          <a:xfrm>
            <a:off x="6232525" y="2193925"/>
            <a:ext cx="244475" cy="244475"/>
          </a:xfrm>
          <a:prstGeom prst="rect">
            <a:avLst/>
          </a:prstGeom>
        </p:spPr>
      </p:pic>
      <p:pic>
        <p:nvPicPr>
          <p:cNvPr id="10" name="Decomposition1.mp3">
            <a:hlinkClick r:id="" action="ppaction://media"/>
          </p:cNvPr>
          <p:cNvPicPr>
            <a:picLocks noRot="1" noChangeAspect="1"/>
          </p:cNvPicPr>
          <p:nvPr>
            <a:audioFile r:link="rId3"/>
          </p:nvPr>
        </p:nvPicPr>
        <p:blipFill>
          <a:blip r:embed="rId6"/>
          <a:stretch>
            <a:fillRect/>
          </a:stretch>
        </p:blipFill>
        <p:spPr>
          <a:xfrm>
            <a:off x="4572000" y="2193925"/>
            <a:ext cx="244475" cy="244475"/>
          </a:xfrm>
          <a:prstGeom prst="rect">
            <a:avLst/>
          </a:prstGeom>
        </p:spPr>
      </p:pic>
      <p:sp>
        <p:nvSpPr>
          <p:cNvPr id="11" name="Rectangle 10"/>
          <p:cNvSpPr/>
          <p:nvPr/>
        </p:nvSpPr>
        <p:spPr>
          <a:xfrm>
            <a:off x="0" y="457200"/>
            <a:ext cx="8153400" cy="6858000"/>
          </a:xfrm>
          <a:prstGeom prst="rec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200" dirty="0" smtClean="0">
              <a:solidFill>
                <a:srgbClr val="00B0F0"/>
              </a:solidFill>
            </a:endParaRPr>
          </a:p>
        </p:txBody>
      </p:sp>
      <p:sp>
        <p:nvSpPr>
          <p:cNvPr id="12" name="Rounded Rectangle 11">
            <a:hlinkHover r:id="rId7" action="ppaction://hlinksldjump"/>
          </p:cNvPr>
          <p:cNvSpPr/>
          <p:nvPr/>
        </p:nvSpPr>
        <p:spPr>
          <a:xfrm>
            <a:off x="0" y="228600"/>
            <a:ext cx="8153400" cy="838200"/>
          </a:xfrm>
          <a:prstGeom prst="round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a:off x="201096" y="143470"/>
            <a:ext cx="7571304" cy="923330"/>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IN" sz="5400" b="1" cap="none" spc="0" dirty="0" smtClean="0">
                <a:ln w="11430"/>
                <a:solidFill>
                  <a:srgbClr val="00B0F0"/>
                </a:solidFill>
                <a:effectLst>
                  <a:outerShdw blurRad="50800" dist="39000" dir="5460000" algn="tl">
                    <a:srgbClr val="000000">
                      <a:alpha val="38000"/>
                    </a:srgbClr>
                  </a:outerShdw>
                </a:effectLst>
              </a:rPr>
              <a:t>Displacement Reaction</a:t>
            </a:r>
            <a:endParaRPr lang="en-US" sz="5400" b="1" cap="none" spc="0" dirty="0">
              <a:ln w="11430"/>
              <a:solidFill>
                <a:srgbClr val="00B0F0"/>
              </a:solidFill>
              <a:effectLst>
                <a:outerShdw blurRad="50800" dist="39000" dir="5460000" algn="tl">
                  <a:srgbClr val="000000">
                    <a:alpha val="38000"/>
                  </a:srgbClr>
                </a:outerShdw>
              </a:effectLst>
            </a:endParaRPr>
          </a:p>
        </p:txBody>
      </p:sp>
      <p:sp>
        <p:nvSpPr>
          <p:cNvPr id="34821" name="AutoShape 5" descr="Reaction of Iron with copper sulphate solution in water - Lab Work"/>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4823" name="AutoShape 7" descr="Reaction of Iron with copper sulphate solution in water - Lab Work"/>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4825" name="AutoShape 9" descr="https://blogger.googleusercontent.com/img/b/R29vZ2xl/AVvXsEixlaDrQ7UI_Hn-GGpG61ROY7Luwgx-VKR0wDWzIk0ZWWV_rOMI8V_R_Ns2opVLQBysRqWS9yqJ5fLk7iEEDUmHIXNDJyCpy6w6f-bKTH9M3Z9GlZTSeYy9UAbgIufX8EPhiNrOUBDAQBg/s320-rw/reaction-of-iron-with-copper-sulphate-solution.JPG"/>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4827" name="AutoShape 11" descr="Reaction of Iron with copper sulphate solution in water - Lab Work"/>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4829" name="AutoShape 13" descr="Reaction of Iron with copper sulphate solution in water - Lab Work"/>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4831" name="AutoShape 15" descr="C:\Users\koman\AppData\Local\Temp\{7C7F7DEC-46E1-4AAC-8723-D96040E42529}.tmp"/>
          <p:cNvSpPr>
            <a:spLocks noChangeAspect="1" noChangeArrowheads="1"/>
          </p:cNvSpPr>
          <p:nvPr/>
        </p:nvSpPr>
        <p:spPr bwMode="auto">
          <a:xfrm>
            <a:off x="63500" y="-136525"/>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4833" name="AutoShape 17" descr="C:\Users\koman\AppData\Local\Temp\{D475F678-BDE9-4609-83CA-AFF041CC4205}.tmp"/>
          <p:cNvSpPr>
            <a:spLocks noChangeAspect="1" noChangeArrowheads="1"/>
          </p:cNvSpPr>
          <p:nvPr/>
        </p:nvSpPr>
        <p:spPr bwMode="auto">
          <a:xfrm>
            <a:off x="63500" y="-136525"/>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4835" name="AutoShape 19" descr="To perform the reaction of Iron nails kept in copper sulphate solution and  classify it - Lab Work"/>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4837" name="AutoShape 21" descr="To perform the reaction of Iron nails kept in copper sulphate solution and  classify it - Lab Work"/>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34839" name="Picture 23" descr="CBSE Class 10 Science Revision Notes Chapter 1 Chemical Reactions and  Equations">
            <a:hlinkClick r:id="rId8" action="ppaction://hlinkfile"/>
          </p:cNvPr>
          <p:cNvPicPr>
            <a:picLocks noChangeAspect="1" noChangeArrowheads="1"/>
          </p:cNvPicPr>
          <p:nvPr/>
        </p:nvPicPr>
        <p:blipFill>
          <a:blip r:embed="rId9" cstate="print"/>
          <a:srcRect/>
          <a:stretch>
            <a:fillRect/>
          </a:stretch>
        </p:blipFill>
        <p:spPr bwMode="auto">
          <a:xfrm>
            <a:off x="2590800" y="2971800"/>
            <a:ext cx="2152706" cy="1219199"/>
          </a:xfrm>
          <a:prstGeom prst="rect">
            <a:avLst/>
          </a:prstGeom>
          <a:noFill/>
        </p:spPr>
      </p:pic>
      <p:pic>
        <p:nvPicPr>
          <p:cNvPr id="34841" name="Picture 25" descr="Chemical Reactions and Equations | Activity 1.9 with Solution"/>
          <p:cNvPicPr>
            <a:picLocks noChangeAspect="1" noChangeArrowheads="1"/>
          </p:cNvPicPr>
          <p:nvPr/>
        </p:nvPicPr>
        <p:blipFill>
          <a:blip r:embed="rId10" cstate="print"/>
          <a:srcRect/>
          <a:stretch>
            <a:fillRect/>
          </a:stretch>
        </p:blipFill>
        <p:spPr bwMode="auto">
          <a:xfrm>
            <a:off x="6400800" y="990600"/>
            <a:ext cx="1708397" cy="1967624"/>
          </a:xfrm>
          <a:prstGeom prst="rect">
            <a:avLst/>
          </a:prstGeom>
          <a:noFill/>
        </p:spPr>
      </p:pic>
      <p:sp>
        <p:nvSpPr>
          <p:cNvPr id="26" name="TextBox 25"/>
          <p:cNvSpPr txBox="1"/>
          <p:nvPr/>
        </p:nvSpPr>
        <p:spPr>
          <a:xfrm>
            <a:off x="457200" y="2057400"/>
            <a:ext cx="6019800" cy="923330"/>
          </a:xfrm>
          <a:prstGeom prst="rect">
            <a:avLst/>
          </a:prstGeom>
          <a:noFill/>
        </p:spPr>
        <p:txBody>
          <a:bodyPr wrap="square" rtlCol="0">
            <a:spAutoFit/>
          </a:bodyPr>
          <a:lstStyle/>
          <a:p>
            <a:pPr algn="ctr"/>
            <a:r>
              <a:rPr lang="en-US" dirty="0" smtClean="0">
                <a:solidFill>
                  <a:srgbClr val="FF0000"/>
                </a:solidFill>
              </a:rPr>
              <a:t>In this reaction, iron has displaced or removed another element, copper, from copper </a:t>
            </a:r>
            <a:r>
              <a:rPr lang="en-US" dirty="0" err="1" smtClean="0">
                <a:solidFill>
                  <a:srgbClr val="FF0000"/>
                </a:solidFill>
              </a:rPr>
              <a:t>sulphate</a:t>
            </a:r>
            <a:r>
              <a:rPr lang="en-US" dirty="0" smtClean="0">
                <a:solidFill>
                  <a:srgbClr val="FF0000"/>
                </a:solidFill>
              </a:rPr>
              <a:t> solution. This reaction is known as displacement reaction</a:t>
            </a:r>
            <a:endParaRPr lang="en-US" dirty="0">
              <a:solidFill>
                <a:srgbClr val="FF0000"/>
              </a:solidFill>
            </a:endParaRPr>
          </a:p>
        </p:txBody>
      </p:sp>
      <p:graphicFrame>
        <p:nvGraphicFramePr>
          <p:cNvPr id="27" name="Object 26"/>
          <p:cNvGraphicFramePr>
            <a:graphicFrameLocks noChangeAspect="1"/>
          </p:cNvGraphicFramePr>
          <p:nvPr/>
        </p:nvGraphicFramePr>
        <p:xfrm>
          <a:off x="762000" y="1143001"/>
          <a:ext cx="5410200" cy="914400"/>
        </p:xfrm>
        <a:graphic>
          <a:graphicData uri="http://schemas.openxmlformats.org/presentationml/2006/ole">
            <p:oleObj spid="_x0000_s34842" name="Equation" r:id="rId11" imgW="2273040" imgH="457200" progId="Equation.3">
              <p:embed/>
            </p:oleObj>
          </a:graphicData>
        </a:graphic>
      </p:graphicFrame>
      <p:sp>
        <p:nvSpPr>
          <p:cNvPr id="20" name="TextBox 19"/>
          <p:cNvSpPr txBox="1"/>
          <p:nvPr/>
        </p:nvSpPr>
        <p:spPr>
          <a:xfrm>
            <a:off x="762000" y="4233446"/>
            <a:ext cx="4953000" cy="338554"/>
          </a:xfrm>
          <a:prstGeom prst="rect">
            <a:avLst/>
          </a:prstGeom>
          <a:noFill/>
        </p:spPr>
        <p:txBody>
          <a:bodyPr wrap="square" rtlCol="0">
            <a:spAutoFit/>
          </a:bodyPr>
          <a:lstStyle/>
          <a:p>
            <a:r>
              <a:rPr lang="en-IN" sz="1600" i="1" dirty="0" smtClean="0">
                <a:solidFill>
                  <a:srgbClr val="00B050"/>
                </a:solidFill>
              </a:rPr>
              <a:t>Other Examples for Displacement Reactions</a:t>
            </a:r>
            <a:endParaRPr lang="en-US" sz="1600" i="1" dirty="0">
              <a:solidFill>
                <a:srgbClr val="00B050"/>
              </a:solidFill>
            </a:endParaRPr>
          </a:p>
        </p:txBody>
      </p:sp>
      <p:sp>
        <p:nvSpPr>
          <p:cNvPr id="21" name="TextBox 20"/>
          <p:cNvSpPr txBox="1"/>
          <p:nvPr/>
        </p:nvSpPr>
        <p:spPr>
          <a:xfrm>
            <a:off x="914400" y="3733800"/>
            <a:ext cx="4343400" cy="369332"/>
          </a:xfrm>
          <a:prstGeom prst="rect">
            <a:avLst/>
          </a:prstGeom>
          <a:noFill/>
        </p:spPr>
        <p:txBody>
          <a:bodyPr wrap="square" rtlCol="0">
            <a:spAutoFit/>
          </a:bodyPr>
          <a:lstStyle/>
          <a:p>
            <a:endParaRPr lang="en-US" dirty="0"/>
          </a:p>
        </p:txBody>
      </p:sp>
      <p:graphicFrame>
        <p:nvGraphicFramePr>
          <p:cNvPr id="24" name="Object 23"/>
          <p:cNvGraphicFramePr>
            <a:graphicFrameLocks noChangeAspect="1"/>
          </p:cNvGraphicFramePr>
          <p:nvPr/>
        </p:nvGraphicFramePr>
        <p:xfrm>
          <a:off x="634015" y="4602163"/>
          <a:ext cx="4318985" cy="443332"/>
        </p:xfrm>
        <a:graphic>
          <a:graphicData uri="http://schemas.openxmlformats.org/presentationml/2006/ole">
            <p:oleObj spid="_x0000_s34843" name="Equation" r:id="rId12" imgW="1854000" imgH="190440" progId="Equation.3">
              <p:embed/>
            </p:oleObj>
          </a:graphicData>
        </a:graphic>
      </p:graphicFrame>
      <p:sp>
        <p:nvSpPr>
          <p:cNvPr id="25" name="TextBox 24"/>
          <p:cNvSpPr txBox="1"/>
          <p:nvPr/>
        </p:nvSpPr>
        <p:spPr>
          <a:xfrm>
            <a:off x="990600" y="5334000"/>
            <a:ext cx="2590800" cy="369332"/>
          </a:xfrm>
          <a:prstGeom prst="rect">
            <a:avLst/>
          </a:prstGeom>
          <a:noFill/>
        </p:spPr>
        <p:txBody>
          <a:bodyPr wrap="square" rtlCol="0">
            <a:spAutoFit/>
          </a:bodyPr>
          <a:lstStyle/>
          <a:p>
            <a:endParaRPr lang="en-US" dirty="0"/>
          </a:p>
        </p:txBody>
      </p:sp>
      <p:graphicFrame>
        <p:nvGraphicFramePr>
          <p:cNvPr id="28" name="Object 27"/>
          <p:cNvGraphicFramePr>
            <a:graphicFrameLocks noChangeAspect="1"/>
          </p:cNvGraphicFramePr>
          <p:nvPr/>
        </p:nvGraphicFramePr>
        <p:xfrm>
          <a:off x="645159" y="5257800"/>
          <a:ext cx="4536441" cy="475850"/>
        </p:xfrm>
        <a:graphic>
          <a:graphicData uri="http://schemas.openxmlformats.org/presentationml/2006/ole">
            <p:oleObj spid="_x0000_s34844" name="Equation" r:id="rId13" imgW="1815840" imgH="190440" progId="Equation.3">
              <p:embed/>
            </p:oleObj>
          </a:graphicData>
        </a:graphic>
      </p:graphicFrame>
      <p:sp>
        <p:nvSpPr>
          <p:cNvPr id="29" name="TextBox 28"/>
          <p:cNvSpPr txBox="1"/>
          <p:nvPr/>
        </p:nvSpPr>
        <p:spPr>
          <a:xfrm>
            <a:off x="762000" y="5867400"/>
            <a:ext cx="4038600" cy="923330"/>
          </a:xfrm>
          <a:prstGeom prst="rect">
            <a:avLst/>
          </a:prstGeom>
          <a:noFill/>
        </p:spPr>
        <p:txBody>
          <a:bodyPr wrap="square" rtlCol="0">
            <a:spAutoFit/>
          </a:bodyPr>
          <a:lstStyle/>
          <a:p>
            <a:r>
              <a:rPr lang="en-US" dirty="0" smtClean="0"/>
              <a:t>Zinc and lead are more reactive elements than copper. They displace copper from its compounds</a:t>
            </a:r>
            <a:endParaRPr lang="en-US" dirty="0"/>
          </a:p>
        </p:txBody>
      </p:sp>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5000"/>
                                        <p:tgtEl>
                                          <p:spTgt spid="13"/>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wipe(left)">
                                      <p:cBhvr>
                                        <p:cTn id="10" dur="500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4" presetClass="entr" presetSubtype="16" fill="hold" nodeType="clickEffect">
                                  <p:stCondLst>
                                    <p:cond delay="0"/>
                                  </p:stCondLst>
                                  <p:childTnLst>
                                    <p:set>
                                      <p:cBhvr>
                                        <p:cTn id="14" dur="1" fill="hold">
                                          <p:stCondLst>
                                            <p:cond delay="0"/>
                                          </p:stCondLst>
                                        </p:cTn>
                                        <p:tgtEl>
                                          <p:spTgt spid="27"/>
                                        </p:tgtEl>
                                        <p:attrNameLst>
                                          <p:attrName>style.visibility</p:attrName>
                                        </p:attrNameLst>
                                      </p:cBhvr>
                                      <p:to>
                                        <p:strVal val="visible"/>
                                      </p:to>
                                    </p:set>
                                    <p:animEffect transition="in" filter="box(in)">
                                      <p:cBhvr>
                                        <p:cTn id="15" dur="5000"/>
                                        <p:tgtEl>
                                          <p:spTgt spid="27"/>
                                        </p:tgtEl>
                                      </p:cBhvr>
                                    </p:animEffect>
                                  </p:childTnLst>
                                </p:cTn>
                              </p:par>
                            </p:childTnLst>
                          </p:cTn>
                        </p:par>
                      </p:childTnLst>
                    </p:cTn>
                  </p:par>
                  <p:par>
                    <p:cTn id="16" fill="hold">
                      <p:stCondLst>
                        <p:cond delay="indefinite"/>
                      </p:stCondLst>
                      <p:childTnLst>
                        <p:par>
                          <p:cTn id="17" fill="hold">
                            <p:stCondLst>
                              <p:cond delay="0"/>
                            </p:stCondLst>
                            <p:childTnLst>
                              <p:par>
                                <p:cTn id="18" presetID="2" presetClass="entr" presetSubtype="8" fill="hold" grpId="0" nodeType="clickEffect">
                                  <p:stCondLst>
                                    <p:cond delay="0"/>
                                  </p:stCondLst>
                                  <p:childTnLst>
                                    <p:set>
                                      <p:cBhvr>
                                        <p:cTn id="19" dur="1" fill="hold">
                                          <p:stCondLst>
                                            <p:cond delay="0"/>
                                          </p:stCondLst>
                                        </p:cTn>
                                        <p:tgtEl>
                                          <p:spTgt spid="20"/>
                                        </p:tgtEl>
                                        <p:attrNameLst>
                                          <p:attrName>style.visibility</p:attrName>
                                        </p:attrNameLst>
                                      </p:cBhvr>
                                      <p:to>
                                        <p:strVal val="visible"/>
                                      </p:to>
                                    </p:set>
                                    <p:anim calcmode="lin" valueType="num">
                                      <p:cBhvr additive="base">
                                        <p:cTn id="20" dur="5000" fill="hold"/>
                                        <p:tgtEl>
                                          <p:spTgt spid="20"/>
                                        </p:tgtEl>
                                        <p:attrNameLst>
                                          <p:attrName>ppt_x</p:attrName>
                                        </p:attrNameLst>
                                      </p:cBhvr>
                                      <p:tavLst>
                                        <p:tav tm="0">
                                          <p:val>
                                            <p:strVal val="0-#ppt_w/2"/>
                                          </p:val>
                                        </p:tav>
                                        <p:tav tm="100000">
                                          <p:val>
                                            <p:strVal val="#ppt_x"/>
                                          </p:val>
                                        </p:tav>
                                      </p:tavLst>
                                    </p:anim>
                                    <p:anim calcmode="lin" valueType="num">
                                      <p:cBhvr additive="base">
                                        <p:cTn id="21" dur="5000" fill="hold"/>
                                        <p:tgtEl>
                                          <p:spTgt spid="20"/>
                                        </p:tgtEl>
                                        <p:attrNameLst>
                                          <p:attrName>ppt_y</p:attrName>
                                        </p:attrNameLst>
                                      </p:cBhvr>
                                      <p:tavLst>
                                        <p:tav tm="0">
                                          <p:val>
                                            <p:strVal val="#ppt_y"/>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 presetClass="entr" presetSubtype="8"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anim calcmode="lin" valueType="num">
                                      <p:cBhvr additive="base">
                                        <p:cTn id="26" dur="5000" fill="hold"/>
                                        <p:tgtEl>
                                          <p:spTgt spid="24"/>
                                        </p:tgtEl>
                                        <p:attrNameLst>
                                          <p:attrName>ppt_x</p:attrName>
                                        </p:attrNameLst>
                                      </p:cBhvr>
                                      <p:tavLst>
                                        <p:tav tm="0">
                                          <p:val>
                                            <p:strVal val="0-#ppt_w/2"/>
                                          </p:val>
                                        </p:tav>
                                        <p:tav tm="100000">
                                          <p:val>
                                            <p:strVal val="#ppt_x"/>
                                          </p:val>
                                        </p:tav>
                                      </p:tavLst>
                                    </p:anim>
                                    <p:anim calcmode="lin" valueType="num">
                                      <p:cBhvr additive="base">
                                        <p:cTn id="27" dur="5000" fill="hold"/>
                                        <p:tgtEl>
                                          <p:spTgt spid="24"/>
                                        </p:tgtEl>
                                        <p:attrNameLst>
                                          <p:attrName>ppt_y</p:attrName>
                                        </p:attrNameLst>
                                      </p:cBhvr>
                                      <p:tavLst>
                                        <p:tav tm="0">
                                          <p:val>
                                            <p:strVal val="#ppt_y"/>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8" fill="hold" nodeType="clickEffect">
                                  <p:stCondLst>
                                    <p:cond delay="0"/>
                                  </p:stCondLst>
                                  <p:childTnLst>
                                    <p:set>
                                      <p:cBhvr>
                                        <p:cTn id="31" dur="1" fill="hold">
                                          <p:stCondLst>
                                            <p:cond delay="0"/>
                                          </p:stCondLst>
                                        </p:cTn>
                                        <p:tgtEl>
                                          <p:spTgt spid="28"/>
                                        </p:tgtEl>
                                        <p:attrNameLst>
                                          <p:attrName>style.visibility</p:attrName>
                                        </p:attrNameLst>
                                      </p:cBhvr>
                                      <p:to>
                                        <p:strVal val="visible"/>
                                      </p:to>
                                    </p:set>
                                    <p:anim calcmode="lin" valueType="num">
                                      <p:cBhvr additive="base">
                                        <p:cTn id="32" dur="5000" fill="hold"/>
                                        <p:tgtEl>
                                          <p:spTgt spid="28"/>
                                        </p:tgtEl>
                                        <p:attrNameLst>
                                          <p:attrName>ppt_x</p:attrName>
                                        </p:attrNameLst>
                                      </p:cBhvr>
                                      <p:tavLst>
                                        <p:tav tm="0">
                                          <p:val>
                                            <p:strVal val="0-#ppt_w/2"/>
                                          </p:val>
                                        </p:tav>
                                        <p:tav tm="100000">
                                          <p:val>
                                            <p:strVal val="#ppt_x"/>
                                          </p:val>
                                        </p:tav>
                                      </p:tavLst>
                                    </p:anim>
                                    <p:anim calcmode="lin" valueType="num">
                                      <p:cBhvr additive="base">
                                        <p:cTn id="33" dur="5000" fill="hold"/>
                                        <p:tgtEl>
                                          <p:spTgt spid="2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audio>
              <p:cMediaNode>
                <p:cTn id="34" fill="hold" display="0">
                  <p:stCondLst>
                    <p:cond delay="indefinite"/>
                  </p:stCondLst>
                  <p:endCondLst>
                    <p:cond evt="onNext" delay="0">
                      <p:tgtEl>
                        <p:sldTgt/>
                      </p:tgtEl>
                    </p:cond>
                    <p:cond evt="onPrev" delay="0">
                      <p:tgtEl>
                        <p:sldTgt/>
                      </p:tgtEl>
                    </p:cond>
                    <p:cond evt="onStopAudio" delay="0">
                      <p:tgtEl>
                        <p:sldTgt/>
                      </p:tgtEl>
                    </p:cond>
                  </p:endCondLst>
                </p:cTn>
                <p:tgtEl>
                  <p:spTgt spid="16"/>
                </p:tgtEl>
              </p:cMediaNode>
            </p:audio>
            <p:audio>
              <p:cMediaNode>
                <p:cTn id="35" fill="hold" display="0">
                  <p:stCondLst>
                    <p:cond delay="indefinite"/>
                  </p:stCondLst>
                  <p:endCondLst>
                    <p:cond evt="onNext" delay="0">
                      <p:tgtEl>
                        <p:sldTgt/>
                      </p:tgtEl>
                    </p:cond>
                    <p:cond evt="onPrev" delay="0">
                      <p:tgtEl>
                        <p:sldTgt/>
                      </p:tgtEl>
                    </p:cond>
                    <p:cond evt="onStopAudio" delay="0">
                      <p:tgtEl>
                        <p:sldTgt/>
                      </p:tgtEl>
                    </p:cond>
                  </p:endCondLst>
                </p:cTn>
                <p:tgtEl>
                  <p:spTgt spid="10"/>
                </p:tgtEl>
              </p:cMediaNode>
            </p:audio>
          </p:childTnLst>
        </p:cTn>
      </p:par>
    </p:tnLst>
    <p:bldLst>
      <p:bldP spid="12" grpId="0" animBg="1"/>
      <p:bldP spid="13" grpId="0"/>
      <p:bldP spid="20"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Decomposition2.mp3">
            <a:hlinkClick r:id="" action="ppaction://media"/>
          </p:cNvPr>
          <p:cNvPicPr>
            <a:picLocks noRot="1" noChangeAspect="1"/>
          </p:cNvPicPr>
          <p:nvPr>
            <a:audioFile r:link="rId2"/>
          </p:nvPr>
        </p:nvPicPr>
        <p:blipFill>
          <a:blip r:embed="rId5"/>
          <a:stretch>
            <a:fillRect/>
          </a:stretch>
        </p:blipFill>
        <p:spPr>
          <a:xfrm>
            <a:off x="6232525" y="2193925"/>
            <a:ext cx="244475" cy="244475"/>
          </a:xfrm>
          <a:prstGeom prst="rect">
            <a:avLst/>
          </a:prstGeom>
        </p:spPr>
      </p:pic>
      <p:pic>
        <p:nvPicPr>
          <p:cNvPr id="10" name="Decomposition1.mp3">
            <a:hlinkClick r:id="" action="ppaction://media"/>
          </p:cNvPr>
          <p:cNvPicPr>
            <a:picLocks noRot="1" noChangeAspect="1"/>
          </p:cNvPicPr>
          <p:nvPr>
            <a:audioFile r:link="rId3"/>
          </p:nvPr>
        </p:nvPicPr>
        <p:blipFill>
          <a:blip r:embed="rId6"/>
          <a:stretch>
            <a:fillRect/>
          </a:stretch>
        </p:blipFill>
        <p:spPr>
          <a:xfrm>
            <a:off x="4572000" y="2193925"/>
            <a:ext cx="244475" cy="244475"/>
          </a:xfrm>
          <a:prstGeom prst="rect">
            <a:avLst/>
          </a:prstGeom>
        </p:spPr>
      </p:pic>
      <p:sp>
        <p:nvSpPr>
          <p:cNvPr id="11" name="Rectangle 10"/>
          <p:cNvSpPr/>
          <p:nvPr/>
        </p:nvSpPr>
        <p:spPr>
          <a:xfrm>
            <a:off x="0" y="457200"/>
            <a:ext cx="8153400" cy="6858000"/>
          </a:xfrm>
          <a:prstGeom prst="rec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1200" dirty="0" smtClean="0">
              <a:solidFill>
                <a:srgbClr val="00B0F0"/>
              </a:solidFill>
            </a:endParaRPr>
          </a:p>
        </p:txBody>
      </p:sp>
      <p:sp>
        <p:nvSpPr>
          <p:cNvPr id="12" name="Rounded Rectangle 11">
            <a:hlinkHover r:id="rId7" action="ppaction://hlinksldjump"/>
          </p:cNvPr>
          <p:cNvSpPr/>
          <p:nvPr/>
        </p:nvSpPr>
        <p:spPr>
          <a:xfrm>
            <a:off x="0" y="228600"/>
            <a:ext cx="8153400" cy="838200"/>
          </a:xfrm>
          <a:prstGeom prst="round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a:off x="0" y="304800"/>
            <a:ext cx="8153400" cy="769441"/>
          </a:xfrm>
          <a:prstGeom prst="rect">
            <a:avLst/>
          </a:prstGeom>
          <a:noFill/>
        </p:spPr>
        <p:txBody>
          <a:bodyPr wrap="squar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IN" sz="4400" b="1" cap="none" spc="0" dirty="0" smtClean="0">
                <a:ln w="11430"/>
                <a:solidFill>
                  <a:srgbClr val="00B0F0"/>
                </a:solidFill>
                <a:effectLst>
                  <a:outerShdw blurRad="50800" dist="39000" dir="5460000" algn="tl">
                    <a:srgbClr val="000000">
                      <a:alpha val="38000"/>
                    </a:srgbClr>
                  </a:outerShdw>
                </a:effectLst>
              </a:rPr>
              <a:t>Double Displacement Reaction</a:t>
            </a:r>
            <a:endParaRPr lang="en-US" sz="4400" b="1" cap="none" spc="0" dirty="0">
              <a:ln w="11430"/>
              <a:solidFill>
                <a:srgbClr val="00B0F0"/>
              </a:solidFill>
              <a:effectLst>
                <a:outerShdw blurRad="50800" dist="39000" dir="5460000" algn="tl">
                  <a:srgbClr val="000000">
                    <a:alpha val="38000"/>
                  </a:srgbClr>
                </a:outerShdw>
              </a:effectLst>
            </a:endParaRPr>
          </a:p>
        </p:txBody>
      </p:sp>
      <p:sp>
        <p:nvSpPr>
          <p:cNvPr id="34821" name="AutoShape 5" descr="Reaction of Iron with copper sulphate solution in water - Lab Work"/>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4823" name="AutoShape 7" descr="Reaction of Iron with copper sulphate solution in water - Lab Work"/>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4825" name="AutoShape 9" descr="https://blogger.googleusercontent.com/img/b/R29vZ2xl/AVvXsEixlaDrQ7UI_Hn-GGpG61ROY7Luwgx-VKR0wDWzIk0ZWWV_rOMI8V_R_Ns2opVLQBysRqWS9yqJ5fLk7iEEDUmHIXNDJyCpy6w6f-bKTH9M3Z9GlZTSeYy9UAbgIufX8EPhiNrOUBDAQBg/s320-rw/reaction-of-iron-with-copper-sulphate-solution.JPG"/>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4827" name="AutoShape 11" descr="Reaction of Iron with copper sulphate solution in water - Lab Work"/>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4829" name="AutoShape 13" descr="Reaction of Iron with copper sulphate solution in water - Lab Work"/>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4831" name="AutoShape 15" descr="C:\Users\koman\AppData\Local\Temp\{7C7F7DEC-46E1-4AAC-8723-D96040E42529}.tmp"/>
          <p:cNvSpPr>
            <a:spLocks noChangeAspect="1" noChangeArrowheads="1"/>
          </p:cNvSpPr>
          <p:nvPr/>
        </p:nvSpPr>
        <p:spPr bwMode="auto">
          <a:xfrm>
            <a:off x="63500" y="-136525"/>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4833" name="AutoShape 17" descr="C:\Users\koman\AppData\Local\Temp\{D475F678-BDE9-4609-83CA-AFF041CC4205}.tmp"/>
          <p:cNvSpPr>
            <a:spLocks noChangeAspect="1" noChangeArrowheads="1"/>
          </p:cNvSpPr>
          <p:nvPr/>
        </p:nvSpPr>
        <p:spPr bwMode="auto">
          <a:xfrm>
            <a:off x="63500" y="-136525"/>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4835" name="AutoShape 19" descr="To perform the reaction of Iron nails kept in copper sulphate solution and  classify it - Lab Work"/>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4837" name="AutoShape 21" descr="To perform the reaction of Iron nails kept in copper sulphate solution and  classify it - Lab Work"/>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6" name="TextBox 25"/>
          <p:cNvSpPr txBox="1"/>
          <p:nvPr/>
        </p:nvSpPr>
        <p:spPr>
          <a:xfrm>
            <a:off x="0" y="1905000"/>
            <a:ext cx="6019800" cy="1477328"/>
          </a:xfrm>
          <a:prstGeom prst="rect">
            <a:avLst/>
          </a:prstGeom>
          <a:noFill/>
        </p:spPr>
        <p:txBody>
          <a:bodyPr wrap="square" rtlCol="0">
            <a:spAutoFit/>
          </a:bodyPr>
          <a:lstStyle/>
          <a:p>
            <a:r>
              <a:rPr lang="en-US" dirty="0" smtClean="0">
                <a:solidFill>
                  <a:srgbClr val="FF0000"/>
                </a:solidFill>
              </a:rPr>
              <a:t>You will observe that a white substance, which is insoluble in water, is formed. This insoluble substance formed is known as a precipitate. Any reaction that produces a precipitate can be called a precipitation reaction</a:t>
            </a:r>
            <a:endParaRPr lang="en-US" dirty="0">
              <a:solidFill>
                <a:srgbClr val="FF0000"/>
              </a:solidFill>
            </a:endParaRPr>
          </a:p>
        </p:txBody>
      </p:sp>
      <p:graphicFrame>
        <p:nvGraphicFramePr>
          <p:cNvPr id="27" name="Object 26"/>
          <p:cNvGraphicFramePr>
            <a:graphicFrameLocks noChangeAspect="1"/>
          </p:cNvGraphicFramePr>
          <p:nvPr/>
        </p:nvGraphicFramePr>
        <p:xfrm>
          <a:off x="39688" y="1219200"/>
          <a:ext cx="8191500" cy="762000"/>
        </p:xfrm>
        <a:graphic>
          <a:graphicData uri="http://schemas.openxmlformats.org/presentationml/2006/ole">
            <p:oleObj spid="_x0000_s36866" name="Equation" r:id="rId8" imgW="3441600" imgH="380880" progId="Equation.3">
              <p:embed/>
            </p:oleObj>
          </a:graphicData>
        </a:graphic>
      </p:graphicFrame>
      <p:sp>
        <p:nvSpPr>
          <p:cNvPr id="20" name="TextBox 19"/>
          <p:cNvSpPr txBox="1"/>
          <p:nvPr/>
        </p:nvSpPr>
        <p:spPr>
          <a:xfrm>
            <a:off x="76200" y="3276600"/>
            <a:ext cx="5791200" cy="1323439"/>
          </a:xfrm>
          <a:prstGeom prst="rect">
            <a:avLst/>
          </a:prstGeom>
          <a:noFill/>
        </p:spPr>
        <p:txBody>
          <a:bodyPr wrap="square" rtlCol="0">
            <a:spAutoFit/>
          </a:bodyPr>
          <a:lstStyle/>
          <a:p>
            <a:r>
              <a:rPr lang="en-US" sz="1600" dirty="0" smtClean="0"/>
              <a:t>What causes this? The white precipitate of BaSO</a:t>
            </a:r>
            <a:r>
              <a:rPr lang="en-US" sz="1600" baseline="-30000" dirty="0" smtClean="0"/>
              <a:t>4</a:t>
            </a:r>
            <a:r>
              <a:rPr lang="en-US" sz="1600" dirty="0" smtClean="0"/>
              <a:t> is formed by the reaction of SO</a:t>
            </a:r>
            <a:r>
              <a:rPr lang="en-US" sz="1600" baseline="-30000" dirty="0" smtClean="0"/>
              <a:t>4</a:t>
            </a:r>
            <a:r>
              <a:rPr lang="en-US" sz="1600" dirty="0" smtClean="0"/>
              <a:t> and  Ba</a:t>
            </a:r>
            <a:r>
              <a:rPr lang="en-US" sz="1600" baseline="30000" dirty="0" smtClean="0"/>
              <a:t>2+</a:t>
            </a:r>
            <a:r>
              <a:rPr lang="en-US" sz="1600" dirty="0" smtClean="0"/>
              <a:t> . The other product formed is sodium chloride which remains in the solution. Such reactions in which there is an exchange of ions between the reactants are called double displacement reactions.</a:t>
            </a:r>
            <a:endParaRPr lang="en-US" sz="1600" i="1" dirty="0">
              <a:solidFill>
                <a:srgbClr val="00B050"/>
              </a:solidFill>
            </a:endParaRPr>
          </a:p>
        </p:txBody>
      </p:sp>
      <p:sp>
        <p:nvSpPr>
          <p:cNvPr id="21" name="TextBox 20"/>
          <p:cNvSpPr txBox="1"/>
          <p:nvPr/>
        </p:nvSpPr>
        <p:spPr>
          <a:xfrm>
            <a:off x="914400" y="3733800"/>
            <a:ext cx="4343400" cy="369332"/>
          </a:xfrm>
          <a:prstGeom prst="rect">
            <a:avLst/>
          </a:prstGeom>
          <a:noFill/>
        </p:spPr>
        <p:txBody>
          <a:bodyPr wrap="square" rtlCol="0">
            <a:spAutoFit/>
          </a:bodyPr>
          <a:lstStyle/>
          <a:p>
            <a:endParaRPr lang="en-US" dirty="0"/>
          </a:p>
        </p:txBody>
      </p:sp>
      <p:sp>
        <p:nvSpPr>
          <p:cNvPr id="25" name="TextBox 24"/>
          <p:cNvSpPr txBox="1"/>
          <p:nvPr/>
        </p:nvSpPr>
        <p:spPr>
          <a:xfrm>
            <a:off x="990600" y="5334000"/>
            <a:ext cx="2590800" cy="369332"/>
          </a:xfrm>
          <a:prstGeom prst="rect">
            <a:avLst/>
          </a:prstGeom>
          <a:noFill/>
        </p:spPr>
        <p:txBody>
          <a:bodyPr wrap="square" rtlCol="0">
            <a:spAutoFit/>
          </a:bodyPr>
          <a:lstStyle/>
          <a:p>
            <a:endParaRPr lang="en-US" dirty="0"/>
          </a:p>
        </p:txBody>
      </p:sp>
      <p:sp>
        <p:nvSpPr>
          <p:cNvPr id="36872" name="AutoShape 8" descr="AP 10th Class Physical Science 1st ..."/>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36874" name="Picture 10" descr="AP 10th Class Physical Science 1st Lesson Important Questions Chemical  Reactions and Equations – AP Board Solutions">
            <a:hlinkClick r:id="rId9" action="ppaction://hlinkfile"/>
          </p:cNvPr>
          <p:cNvPicPr>
            <a:picLocks noChangeAspect="1" noChangeArrowheads="1"/>
          </p:cNvPicPr>
          <p:nvPr/>
        </p:nvPicPr>
        <p:blipFill>
          <a:blip r:embed="rId10"/>
          <a:srcRect/>
          <a:stretch>
            <a:fillRect/>
          </a:stretch>
        </p:blipFill>
        <p:spPr bwMode="auto">
          <a:xfrm>
            <a:off x="5907644" y="1905000"/>
            <a:ext cx="2245756" cy="1828801"/>
          </a:xfrm>
          <a:prstGeom prst="rect">
            <a:avLst/>
          </a:prstGeom>
          <a:noFill/>
        </p:spPr>
      </p:pic>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5000"/>
                                        <p:tgtEl>
                                          <p:spTgt spid="13"/>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wipe(left)">
                                      <p:cBhvr>
                                        <p:cTn id="10" dur="500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4" presetClass="entr" presetSubtype="16" fill="hold" nodeType="clickEffect">
                                  <p:stCondLst>
                                    <p:cond delay="0"/>
                                  </p:stCondLst>
                                  <p:childTnLst>
                                    <p:set>
                                      <p:cBhvr>
                                        <p:cTn id="14" dur="1" fill="hold">
                                          <p:stCondLst>
                                            <p:cond delay="0"/>
                                          </p:stCondLst>
                                        </p:cTn>
                                        <p:tgtEl>
                                          <p:spTgt spid="27"/>
                                        </p:tgtEl>
                                        <p:attrNameLst>
                                          <p:attrName>style.visibility</p:attrName>
                                        </p:attrNameLst>
                                      </p:cBhvr>
                                      <p:to>
                                        <p:strVal val="visible"/>
                                      </p:to>
                                    </p:set>
                                    <p:animEffect transition="in" filter="box(in)">
                                      <p:cBhvr>
                                        <p:cTn id="15" dur="5000"/>
                                        <p:tgtEl>
                                          <p:spTgt spid="27"/>
                                        </p:tgtEl>
                                      </p:cBhvr>
                                    </p:animEffect>
                                  </p:childTnLst>
                                </p:cTn>
                              </p:par>
                            </p:childTnLst>
                          </p:cTn>
                        </p:par>
                      </p:childTnLst>
                    </p:cTn>
                  </p:par>
                  <p:par>
                    <p:cTn id="16" fill="hold">
                      <p:stCondLst>
                        <p:cond delay="indefinite"/>
                      </p:stCondLst>
                      <p:childTnLst>
                        <p:par>
                          <p:cTn id="17" fill="hold">
                            <p:stCondLst>
                              <p:cond delay="0"/>
                            </p:stCondLst>
                            <p:childTnLst>
                              <p:par>
                                <p:cTn id="18" presetID="2" presetClass="entr" presetSubtype="8" fill="hold" grpId="0" nodeType="clickEffect">
                                  <p:stCondLst>
                                    <p:cond delay="0"/>
                                  </p:stCondLst>
                                  <p:childTnLst>
                                    <p:set>
                                      <p:cBhvr>
                                        <p:cTn id="19" dur="1" fill="hold">
                                          <p:stCondLst>
                                            <p:cond delay="0"/>
                                          </p:stCondLst>
                                        </p:cTn>
                                        <p:tgtEl>
                                          <p:spTgt spid="20"/>
                                        </p:tgtEl>
                                        <p:attrNameLst>
                                          <p:attrName>style.visibility</p:attrName>
                                        </p:attrNameLst>
                                      </p:cBhvr>
                                      <p:to>
                                        <p:strVal val="visible"/>
                                      </p:to>
                                    </p:set>
                                    <p:anim calcmode="lin" valueType="num">
                                      <p:cBhvr additive="base">
                                        <p:cTn id="20" dur="5000" fill="hold"/>
                                        <p:tgtEl>
                                          <p:spTgt spid="20"/>
                                        </p:tgtEl>
                                        <p:attrNameLst>
                                          <p:attrName>ppt_x</p:attrName>
                                        </p:attrNameLst>
                                      </p:cBhvr>
                                      <p:tavLst>
                                        <p:tav tm="0">
                                          <p:val>
                                            <p:strVal val="0-#ppt_w/2"/>
                                          </p:val>
                                        </p:tav>
                                        <p:tav tm="100000">
                                          <p:val>
                                            <p:strVal val="#ppt_x"/>
                                          </p:val>
                                        </p:tav>
                                      </p:tavLst>
                                    </p:anim>
                                    <p:anim calcmode="lin" valueType="num">
                                      <p:cBhvr additive="base">
                                        <p:cTn id="21" dur="5000" fill="hold"/>
                                        <p:tgtEl>
                                          <p:spTgt spid="2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audio>
              <p:cMediaNode>
                <p:cTn id="22" fill="hold" display="0">
                  <p:stCondLst>
                    <p:cond delay="indefinite"/>
                  </p:stCondLst>
                  <p:endCondLst>
                    <p:cond evt="onNext" delay="0">
                      <p:tgtEl>
                        <p:sldTgt/>
                      </p:tgtEl>
                    </p:cond>
                    <p:cond evt="onPrev" delay="0">
                      <p:tgtEl>
                        <p:sldTgt/>
                      </p:tgtEl>
                    </p:cond>
                    <p:cond evt="onStopAudio" delay="0">
                      <p:tgtEl>
                        <p:sldTgt/>
                      </p:tgtEl>
                    </p:cond>
                  </p:endCondLst>
                </p:cTn>
                <p:tgtEl>
                  <p:spTgt spid="16"/>
                </p:tgtEl>
              </p:cMediaNode>
            </p:audio>
            <p:audio>
              <p:cMediaNode>
                <p:cTn id="23" fill="hold" display="0">
                  <p:stCondLst>
                    <p:cond delay="indefinite"/>
                  </p:stCondLst>
                  <p:endCondLst>
                    <p:cond evt="onNext" delay="0">
                      <p:tgtEl>
                        <p:sldTgt/>
                      </p:tgtEl>
                    </p:cond>
                    <p:cond evt="onPrev" delay="0">
                      <p:tgtEl>
                        <p:sldTgt/>
                      </p:tgtEl>
                    </p:cond>
                    <p:cond evt="onStopAudio" delay="0">
                      <p:tgtEl>
                        <p:sldTgt/>
                      </p:tgtEl>
                    </p:cond>
                  </p:endCondLst>
                </p:cTn>
                <p:tgtEl>
                  <p:spTgt spid="10"/>
                </p:tgtEl>
              </p:cMediaNode>
            </p:audio>
          </p:childTnLst>
        </p:cTn>
      </p:par>
    </p:tnLst>
    <p:bldLst>
      <p:bldP spid="12" grpId="0" animBg="1"/>
      <p:bldP spid="13" grpId="0"/>
      <p:bldP spid="20" grpId="0"/>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tx2">
            <a:lumMod val="40000"/>
            <a:lumOff val="60000"/>
          </a:schemeClr>
        </a:solidFill>
        <a:effectLst/>
      </p:bgPr>
    </p:bg>
    <p:spTree>
      <p:nvGrpSpPr>
        <p:cNvPr id="1" name=""/>
        <p:cNvGrpSpPr/>
        <p:nvPr/>
      </p:nvGrpSpPr>
      <p:grpSpPr>
        <a:xfrm>
          <a:off x="0" y="0"/>
          <a:ext cx="0" cy="0"/>
          <a:chOff x="0" y="0"/>
          <a:chExt cx="0" cy="0"/>
        </a:xfrm>
      </p:grpSpPr>
      <p:sp>
        <p:nvSpPr>
          <p:cNvPr id="33794" name="AutoShape 2" descr="Reaction of Iron with copper sulphate solution in water - Lab Work"/>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 name="Rounded Rectangle 2">
            <a:hlinkHover r:id="rId3" action="ppaction://hlinksldjump"/>
          </p:cNvPr>
          <p:cNvSpPr/>
          <p:nvPr/>
        </p:nvSpPr>
        <p:spPr>
          <a:xfrm>
            <a:off x="0" y="228600"/>
            <a:ext cx="8153400" cy="838200"/>
          </a:xfrm>
          <a:prstGeom prst="round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p:cNvSpPr/>
          <p:nvPr/>
        </p:nvSpPr>
        <p:spPr>
          <a:xfrm>
            <a:off x="0" y="304800"/>
            <a:ext cx="8153400" cy="769441"/>
          </a:xfrm>
          <a:prstGeom prst="rect">
            <a:avLst/>
          </a:prstGeom>
          <a:solidFill>
            <a:schemeClr val="tx2">
              <a:lumMod val="40000"/>
              <a:lumOff val="60000"/>
            </a:schemeClr>
          </a:solidFill>
        </p:spPr>
        <p:txBody>
          <a:bodyPr wrap="squar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IN" sz="4400" b="1" dirty="0" smtClean="0">
                <a:ln w="11430"/>
                <a:solidFill>
                  <a:srgbClr val="FFC000"/>
                </a:solidFill>
                <a:effectLst>
                  <a:outerShdw blurRad="50800" dist="39000" dir="5460000" algn="tl">
                    <a:srgbClr val="000000">
                      <a:alpha val="38000"/>
                    </a:srgbClr>
                  </a:outerShdw>
                </a:effectLst>
                <a:hlinkClick r:id="rId4"/>
              </a:rPr>
              <a:t>Oxidation</a:t>
            </a:r>
            <a:r>
              <a:rPr lang="en-IN" sz="4400" b="1" dirty="0" smtClean="0">
                <a:ln w="11430"/>
                <a:solidFill>
                  <a:srgbClr val="00B0F0"/>
                </a:solidFill>
                <a:effectLst>
                  <a:outerShdw blurRad="50800" dist="39000" dir="5460000" algn="tl">
                    <a:srgbClr val="000000">
                      <a:alpha val="38000"/>
                    </a:srgbClr>
                  </a:outerShdw>
                </a:effectLst>
                <a:hlinkClick r:id="rId4"/>
              </a:rPr>
              <a:t> </a:t>
            </a:r>
            <a:r>
              <a:rPr lang="en-IN" sz="4400" b="1" u="sng" cap="none" spc="0" dirty="0" smtClean="0">
                <a:ln w="11430"/>
                <a:solidFill>
                  <a:srgbClr val="00B0F0"/>
                </a:solidFill>
                <a:effectLst>
                  <a:outerShdw blurRad="50800" dist="39000" dir="5460000" algn="tl">
                    <a:srgbClr val="000000">
                      <a:alpha val="38000"/>
                    </a:srgbClr>
                  </a:outerShdw>
                </a:effectLst>
              </a:rPr>
              <a:t>Reduction</a:t>
            </a:r>
            <a:endParaRPr lang="en-US" sz="4400" b="1" u="sng" cap="none" spc="0" dirty="0">
              <a:ln w="11430"/>
              <a:solidFill>
                <a:srgbClr val="00B0F0"/>
              </a:solidFill>
              <a:effectLst>
                <a:outerShdw blurRad="50800" dist="39000" dir="5460000" algn="tl">
                  <a:srgbClr val="000000">
                    <a:alpha val="38000"/>
                  </a:srgbClr>
                </a:outerShdw>
              </a:effectLst>
            </a:endParaRPr>
          </a:p>
        </p:txBody>
      </p:sp>
      <p:pic>
        <p:nvPicPr>
          <p:cNvPr id="37890" name="Picture 2" descr="AP 10th Class Physical Science 1st Lesson Important Questions Chemical  Reactions and Equations – AP Board Solutions">
            <a:hlinkClick r:id="rId5" action="ppaction://hlinkfile"/>
          </p:cNvPr>
          <p:cNvPicPr>
            <a:picLocks noChangeAspect="1" noChangeArrowheads="1"/>
          </p:cNvPicPr>
          <p:nvPr/>
        </p:nvPicPr>
        <p:blipFill>
          <a:blip r:embed="rId6"/>
          <a:srcRect/>
          <a:stretch>
            <a:fillRect/>
          </a:stretch>
        </p:blipFill>
        <p:spPr bwMode="auto">
          <a:xfrm>
            <a:off x="6163330" y="1143001"/>
            <a:ext cx="2009120" cy="1676400"/>
          </a:xfrm>
          <a:prstGeom prst="rect">
            <a:avLst/>
          </a:prstGeom>
          <a:noFill/>
        </p:spPr>
      </p:pic>
      <p:sp>
        <p:nvSpPr>
          <p:cNvPr id="6" name="TextBox 5"/>
          <p:cNvSpPr txBox="1"/>
          <p:nvPr/>
        </p:nvSpPr>
        <p:spPr>
          <a:xfrm>
            <a:off x="457200" y="1219200"/>
            <a:ext cx="5715000" cy="923330"/>
          </a:xfrm>
          <a:prstGeom prst="rect">
            <a:avLst/>
          </a:prstGeom>
          <a:noFill/>
        </p:spPr>
        <p:txBody>
          <a:bodyPr wrap="square" rtlCol="0">
            <a:spAutoFit/>
          </a:bodyPr>
          <a:lstStyle/>
          <a:p>
            <a:r>
              <a:rPr lang="en-US" dirty="0" smtClean="0"/>
              <a:t>The surface of copper powder becomes coated with black copper(II) oxide. This is because oxygen is added to copper and copper oxide is formed.</a:t>
            </a:r>
            <a:endParaRPr lang="en-US" dirty="0"/>
          </a:p>
        </p:txBody>
      </p:sp>
      <p:graphicFrame>
        <p:nvGraphicFramePr>
          <p:cNvPr id="8" name="Object 7"/>
          <p:cNvGraphicFramePr>
            <a:graphicFrameLocks noChangeAspect="1"/>
          </p:cNvGraphicFramePr>
          <p:nvPr/>
        </p:nvGraphicFramePr>
        <p:xfrm>
          <a:off x="609600" y="2133600"/>
          <a:ext cx="3721100" cy="672965"/>
        </p:xfrm>
        <a:graphic>
          <a:graphicData uri="http://schemas.openxmlformats.org/presentationml/2006/ole">
            <p:oleObj spid="_x0000_s37890" name="Equation" r:id="rId7" imgW="1193760" imgH="215640" progId="Equation.3">
              <p:embed/>
            </p:oleObj>
          </a:graphicData>
        </a:graphic>
      </p:graphicFrame>
      <p:sp>
        <p:nvSpPr>
          <p:cNvPr id="9" name="TextBox 8"/>
          <p:cNvSpPr txBox="1"/>
          <p:nvPr/>
        </p:nvSpPr>
        <p:spPr>
          <a:xfrm>
            <a:off x="533400" y="2743200"/>
            <a:ext cx="5562600" cy="1200329"/>
          </a:xfrm>
          <a:prstGeom prst="rect">
            <a:avLst/>
          </a:prstGeom>
          <a:noFill/>
        </p:spPr>
        <p:txBody>
          <a:bodyPr wrap="square" rtlCol="0">
            <a:spAutoFit/>
          </a:bodyPr>
          <a:lstStyle/>
          <a:p>
            <a:r>
              <a:rPr lang="en-US" dirty="0" smtClean="0"/>
              <a:t>If hydrogen gas is passed over this heated material (</a:t>
            </a:r>
            <a:r>
              <a:rPr lang="en-US" dirty="0" err="1" smtClean="0"/>
              <a:t>CuO</a:t>
            </a:r>
            <a:r>
              <a:rPr lang="en-US" dirty="0" smtClean="0"/>
              <a:t>), the black coating on the surface turns brown as the reverse reaction takes place and copper is obtained</a:t>
            </a:r>
            <a:endParaRPr lang="en-US" dirty="0"/>
          </a:p>
        </p:txBody>
      </p:sp>
      <p:graphicFrame>
        <p:nvGraphicFramePr>
          <p:cNvPr id="10" name="Object 9">
            <a:hlinkClick r:id="rId8" action="ppaction://hlinkfile"/>
          </p:cNvPr>
          <p:cNvGraphicFramePr>
            <a:graphicFrameLocks noChangeAspect="1"/>
          </p:cNvGraphicFramePr>
          <p:nvPr/>
        </p:nvGraphicFramePr>
        <p:xfrm>
          <a:off x="609600" y="3810000"/>
          <a:ext cx="4191000" cy="630504"/>
        </p:xfrm>
        <a:graphic>
          <a:graphicData uri="http://schemas.openxmlformats.org/presentationml/2006/ole">
            <p:oleObj spid="_x0000_s37891" name="Equation" r:id="rId9" imgW="1434960" imgH="215640" progId="Equation.3">
              <p:embed/>
            </p:oleObj>
          </a:graphicData>
        </a:graphic>
      </p:graphicFrame>
      <p:sp>
        <p:nvSpPr>
          <p:cNvPr id="11" name="TextBox 10"/>
          <p:cNvSpPr txBox="1"/>
          <p:nvPr/>
        </p:nvSpPr>
        <p:spPr>
          <a:xfrm>
            <a:off x="685800" y="4343400"/>
            <a:ext cx="6934200" cy="923330"/>
          </a:xfrm>
          <a:prstGeom prst="rect">
            <a:avLst/>
          </a:prstGeom>
          <a:noFill/>
        </p:spPr>
        <p:txBody>
          <a:bodyPr wrap="square" rtlCol="0">
            <a:spAutoFit/>
          </a:bodyPr>
          <a:lstStyle/>
          <a:p>
            <a:r>
              <a:rPr lang="en-US" dirty="0" smtClean="0"/>
              <a:t>If a substance gains oxygen during a reaction, it is said to be </a:t>
            </a:r>
            <a:r>
              <a:rPr lang="en-US" dirty="0" err="1" smtClean="0">
                <a:solidFill>
                  <a:srgbClr val="FF0000"/>
                </a:solidFill>
              </a:rPr>
              <a:t>oxidised</a:t>
            </a:r>
            <a:r>
              <a:rPr lang="en-US" dirty="0" smtClean="0"/>
              <a:t>. If a substance loses oxygen during a reaction, it is said to be </a:t>
            </a:r>
            <a:r>
              <a:rPr lang="en-US" dirty="0" smtClean="0">
                <a:solidFill>
                  <a:srgbClr val="00B0F0"/>
                </a:solidFill>
              </a:rPr>
              <a:t>reduced</a:t>
            </a:r>
            <a:endParaRPr lang="en-US" dirty="0">
              <a:solidFill>
                <a:srgbClr val="00B0F0"/>
              </a:solidFill>
            </a:endParaRPr>
          </a:p>
        </p:txBody>
      </p:sp>
      <p:sp>
        <p:nvSpPr>
          <p:cNvPr id="12" name="TextBox 11"/>
          <p:cNvSpPr txBox="1"/>
          <p:nvPr/>
        </p:nvSpPr>
        <p:spPr>
          <a:xfrm>
            <a:off x="685800" y="5334000"/>
            <a:ext cx="6934200" cy="1323439"/>
          </a:xfrm>
          <a:prstGeom prst="rect">
            <a:avLst/>
          </a:prstGeom>
          <a:noFill/>
        </p:spPr>
        <p:txBody>
          <a:bodyPr wrap="square" rtlCol="0">
            <a:spAutoFit/>
          </a:bodyPr>
          <a:lstStyle/>
          <a:p>
            <a:r>
              <a:rPr lang="en-US" sz="1600" dirty="0" smtClean="0"/>
              <a:t>In the second reaction  the copper  oxide is losing oxygen and is being reduced. The hydrogen is gaining oxygen and is being </a:t>
            </a:r>
            <a:r>
              <a:rPr lang="en-US" sz="1600" dirty="0" err="1" smtClean="0"/>
              <a:t>oxidised</a:t>
            </a:r>
            <a:r>
              <a:rPr lang="en-US" sz="1600" dirty="0" smtClean="0"/>
              <a:t>. In other words, one reactant gets </a:t>
            </a:r>
            <a:r>
              <a:rPr lang="en-US" sz="1600" dirty="0" err="1" smtClean="0"/>
              <a:t>oxidised</a:t>
            </a:r>
            <a:r>
              <a:rPr lang="en-US" sz="1600" dirty="0" smtClean="0"/>
              <a:t> while the other gets reduced during a reaction. Such reactions are called oxidation reduction reactions or </a:t>
            </a:r>
            <a:r>
              <a:rPr lang="en-US" sz="1600" dirty="0" err="1" smtClean="0"/>
              <a:t>redox</a:t>
            </a:r>
            <a:r>
              <a:rPr lang="en-US" sz="1600" dirty="0" smtClean="0"/>
              <a:t> reactions.</a:t>
            </a:r>
            <a:endParaRPr lang="en-US" sz="16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0"/>
                                        <p:tgtEl>
                                          <p:spTgt spid="4"/>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wipe(left)">
                                      <p:cBhvr>
                                        <p:cTn id="10" dur="5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tx2">
            <a:lumMod val="40000"/>
            <a:lumOff val="60000"/>
          </a:schemeClr>
        </a:solidFill>
        <a:effectLst/>
      </p:bgPr>
    </p:bg>
    <p:spTree>
      <p:nvGrpSpPr>
        <p:cNvPr id="1" name=""/>
        <p:cNvGrpSpPr/>
        <p:nvPr/>
      </p:nvGrpSpPr>
      <p:grpSpPr>
        <a:xfrm>
          <a:off x="0" y="0"/>
          <a:ext cx="0" cy="0"/>
          <a:chOff x="0" y="0"/>
          <a:chExt cx="0" cy="0"/>
        </a:xfrm>
      </p:grpSpPr>
      <p:sp>
        <p:nvSpPr>
          <p:cNvPr id="33794" name="AutoShape 2" descr="Reaction of Iron with copper sulphate solution in water - Lab Work"/>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 name="Rounded Rectangle 2">
            <a:hlinkHover r:id="rId3" action="ppaction://hlinksldjump"/>
          </p:cNvPr>
          <p:cNvSpPr/>
          <p:nvPr/>
        </p:nvSpPr>
        <p:spPr>
          <a:xfrm>
            <a:off x="0" y="228600"/>
            <a:ext cx="8153400" cy="838200"/>
          </a:xfrm>
          <a:prstGeom prst="round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p:cNvSpPr/>
          <p:nvPr/>
        </p:nvSpPr>
        <p:spPr>
          <a:xfrm>
            <a:off x="0" y="304800"/>
            <a:ext cx="8153400" cy="769441"/>
          </a:xfrm>
          <a:prstGeom prst="rect">
            <a:avLst/>
          </a:prstGeom>
          <a:solidFill>
            <a:schemeClr val="tx2">
              <a:lumMod val="40000"/>
              <a:lumOff val="60000"/>
            </a:schemeClr>
          </a:solidFill>
        </p:spPr>
        <p:txBody>
          <a:bodyPr wrap="squar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IN" sz="4400" b="1" dirty="0" smtClean="0">
                <a:ln w="11430"/>
                <a:solidFill>
                  <a:srgbClr val="FFC000"/>
                </a:solidFill>
                <a:effectLst>
                  <a:outerShdw blurRad="50800" dist="39000" dir="5460000" algn="tl">
                    <a:srgbClr val="000000">
                      <a:alpha val="38000"/>
                    </a:srgbClr>
                  </a:outerShdw>
                </a:effectLst>
                <a:hlinkClick r:id="rId4"/>
              </a:rPr>
              <a:t>Oxidation</a:t>
            </a:r>
            <a:r>
              <a:rPr lang="en-IN" sz="4400" b="1" dirty="0" smtClean="0">
                <a:ln w="11430"/>
                <a:solidFill>
                  <a:srgbClr val="00B0F0"/>
                </a:solidFill>
                <a:effectLst>
                  <a:outerShdw blurRad="50800" dist="39000" dir="5460000" algn="tl">
                    <a:srgbClr val="000000">
                      <a:alpha val="38000"/>
                    </a:srgbClr>
                  </a:outerShdw>
                </a:effectLst>
                <a:hlinkClick r:id="rId4"/>
              </a:rPr>
              <a:t> </a:t>
            </a:r>
            <a:r>
              <a:rPr lang="en-IN" sz="4400" b="1" u="sng" cap="none" spc="0" dirty="0" smtClean="0">
                <a:ln w="11430"/>
                <a:solidFill>
                  <a:srgbClr val="00B0F0"/>
                </a:solidFill>
                <a:effectLst>
                  <a:outerShdw blurRad="50800" dist="39000" dir="5460000" algn="tl">
                    <a:srgbClr val="000000">
                      <a:alpha val="38000"/>
                    </a:srgbClr>
                  </a:outerShdw>
                </a:effectLst>
              </a:rPr>
              <a:t>Reduction</a:t>
            </a:r>
            <a:endParaRPr lang="en-US" sz="4400" b="1" u="sng" cap="none" spc="0" dirty="0">
              <a:ln w="11430"/>
              <a:solidFill>
                <a:srgbClr val="00B0F0"/>
              </a:solidFill>
              <a:effectLst>
                <a:outerShdw blurRad="50800" dist="39000" dir="5460000" algn="tl">
                  <a:srgbClr val="000000">
                    <a:alpha val="38000"/>
                  </a:srgbClr>
                </a:outerShdw>
              </a:effectLst>
            </a:endParaRPr>
          </a:p>
        </p:txBody>
      </p:sp>
      <p:graphicFrame>
        <p:nvGraphicFramePr>
          <p:cNvPr id="8" name="Object 7"/>
          <p:cNvGraphicFramePr>
            <a:graphicFrameLocks noChangeAspect="1"/>
          </p:cNvGraphicFramePr>
          <p:nvPr/>
        </p:nvGraphicFramePr>
        <p:xfrm>
          <a:off x="155575" y="2133600"/>
          <a:ext cx="4630738" cy="673100"/>
        </p:xfrm>
        <a:graphic>
          <a:graphicData uri="http://schemas.openxmlformats.org/presentationml/2006/ole">
            <p:oleObj spid="_x0000_s38914" name="Equation" r:id="rId5" imgW="1485720" imgH="215640" progId="Equation.3">
              <p:embed/>
            </p:oleObj>
          </a:graphicData>
        </a:graphic>
      </p:graphicFrame>
      <p:cxnSp>
        <p:nvCxnSpPr>
          <p:cNvPr id="21" name="Straight Connector 20"/>
          <p:cNvCxnSpPr/>
          <p:nvPr/>
        </p:nvCxnSpPr>
        <p:spPr>
          <a:xfrm rot="5400000" flipH="1" flipV="1">
            <a:off x="1181100" y="2095500"/>
            <a:ext cx="3810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a:off x="1371600" y="1905000"/>
            <a:ext cx="28194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p:nvPr/>
        </p:nvCxnSpPr>
        <p:spPr>
          <a:xfrm rot="5400000">
            <a:off x="4000500" y="2095500"/>
            <a:ext cx="3810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rot="5400000">
            <a:off x="228600" y="2971800"/>
            <a:ext cx="6096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a:off x="533400" y="3276600"/>
            <a:ext cx="28956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p:nvPr/>
        </p:nvCxnSpPr>
        <p:spPr>
          <a:xfrm rot="5400000" flipH="1" flipV="1">
            <a:off x="3162300" y="3009900"/>
            <a:ext cx="5334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34" name="TextBox 33"/>
          <p:cNvSpPr txBox="1"/>
          <p:nvPr/>
        </p:nvSpPr>
        <p:spPr>
          <a:xfrm>
            <a:off x="2133600" y="1524000"/>
            <a:ext cx="1178528" cy="369332"/>
          </a:xfrm>
          <a:prstGeom prst="rect">
            <a:avLst/>
          </a:prstGeom>
          <a:noFill/>
        </p:spPr>
        <p:txBody>
          <a:bodyPr wrap="none" rtlCol="0">
            <a:spAutoFit/>
          </a:bodyPr>
          <a:lstStyle/>
          <a:p>
            <a:r>
              <a:rPr lang="en-IN" dirty="0" smtClean="0">
                <a:solidFill>
                  <a:srgbClr val="FF0000"/>
                </a:solidFill>
              </a:rPr>
              <a:t>Oxidation</a:t>
            </a:r>
            <a:endParaRPr lang="en-US" dirty="0">
              <a:solidFill>
                <a:srgbClr val="FF0000"/>
              </a:solidFill>
            </a:endParaRPr>
          </a:p>
        </p:txBody>
      </p:sp>
      <p:sp>
        <p:nvSpPr>
          <p:cNvPr id="35" name="TextBox 34"/>
          <p:cNvSpPr txBox="1"/>
          <p:nvPr/>
        </p:nvSpPr>
        <p:spPr>
          <a:xfrm>
            <a:off x="1447800" y="3276600"/>
            <a:ext cx="1212448" cy="369332"/>
          </a:xfrm>
          <a:prstGeom prst="rect">
            <a:avLst/>
          </a:prstGeom>
          <a:noFill/>
        </p:spPr>
        <p:txBody>
          <a:bodyPr wrap="none" rtlCol="0">
            <a:spAutoFit/>
          </a:bodyPr>
          <a:lstStyle/>
          <a:p>
            <a:r>
              <a:rPr lang="en-IN" dirty="0" smtClean="0">
                <a:solidFill>
                  <a:srgbClr val="00B0F0"/>
                </a:solidFill>
              </a:rPr>
              <a:t>Reduction</a:t>
            </a:r>
            <a:endParaRPr lang="en-US" dirty="0">
              <a:solidFill>
                <a:srgbClr val="00B0F0"/>
              </a:solidFill>
            </a:endParaRPr>
          </a:p>
        </p:txBody>
      </p:sp>
      <p:sp>
        <p:nvSpPr>
          <p:cNvPr id="36" name="TextBox 35"/>
          <p:cNvSpPr txBox="1"/>
          <p:nvPr/>
        </p:nvSpPr>
        <p:spPr>
          <a:xfrm>
            <a:off x="152400" y="3657600"/>
            <a:ext cx="4876800" cy="369332"/>
          </a:xfrm>
          <a:prstGeom prst="rect">
            <a:avLst/>
          </a:prstGeom>
          <a:noFill/>
        </p:spPr>
        <p:txBody>
          <a:bodyPr wrap="square" rtlCol="0">
            <a:spAutoFit/>
          </a:bodyPr>
          <a:lstStyle/>
          <a:p>
            <a:r>
              <a:rPr lang="en-US" dirty="0" smtClean="0"/>
              <a:t>Some other examples of </a:t>
            </a:r>
            <a:r>
              <a:rPr lang="en-US" dirty="0" err="1" smtClean="0"/>
              <a:t>redox</a:t>
            </a:r>
            <a:r>
              <a:rPr lang="en-US" dirty="0" smtClean="0"/>
              <a:t> reactions are:</a:t>
            </a:r>
            <a:endParaRPr lang="en-US" dirty="0"/>
          </a:p>
        </p:txBody>
      </p:sp>
      <p:graphicFrame>
        <p:nvGraphicFramePr>
          <p:cNvPr id="37" name="Object 36"/>
          <p:cNvGraphicFramePr>
            <a:graphicFrameLocks noChangeAspect="1"/>
          </p:cNvGraphicFramePr>
          <p:nvPr/>
        </p:nvGraphicFramePr>
        <p:xfrm>
          <a:off x="228600" y="4114799"/>
          <a:ext cx="4495800" cy="920827"/>
        </p:xfrm>
        <a:graphic>
          <a:graphicData uri="http://schemas.openxmlformats.org/presentationml/2006/ole">
            <p:oleObj spid="_x0000_s38916" name="Equation" r:id="rId6" imgW="2108160" imgH="431640" progId="Equation.3">
              <p:embed/>
            </p:oleObj>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0"/>
                                        <p:tgtEl>
                                          <p:spTgt spid="4"/>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wipe(left)">
                                      <p:cBhvr>
                                        <p:cTn id="10" dur="5000"/>
                                        <p:tgtEl>
                                          <p:spTgt spid="3"/>
                                        </p:tgtEl>
                                      </p:cBhvr>
                                    </p:animEffect>
                                  </p:childTnLst>
                                </p:cTn>
                              </p:par>
                            </p:childTnLst>
                          </p:cTn>
                        </p:par>
                      </p:childTnLst>
                    </p:cTn>
                  </p:par>
                  <p:par>
                    <p:cTn id="11" fill="hold">
                      <p:stCondLst>
                        <p:cond delay="indefinite"/>
                      </p:stCondLst>
                      <p:childTnLst>
                        <p:par>
                          <p:cTn id="12" fill="hold">
                            <p:stCondLst>
                              <p:cond delay="0"/>
                            </p:stCondLst>
                            <p:childTnLst>
                              <p:par>
                                <p:cTn id="13" presetID="2" presetClass="entr" presetSubtype="8"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anim calcmode="lin" valueType="num">
                                      <p:cBhvr additive="base">
                                        <p:cTn id="15" dur="5000" fill="hold"/>
                                        <p:tgtEl>
                                          <p:spTgt spid="8"/>
                                        </p:tgtEl>
                                        <p:attrNameLst>
                                          <p:attrName>ppt_x</p:attrName>
                                        </p:attrNameLst>
                                      </p:cBhvr>
                                      <p:tavLst>
                                        <p:tav tm="0">
                                          <p:val>
                                            <p:strVal val="0-#ppt_w/2"/>
                                          </p:val>
                                        </p:tav>
                                        <p:tav tm="100000">
                                          <p:val>
                                            <p:strVal val="#ppt_x"/>
                                          </p:val>
                                        </p:tav>
                                      </p:tavLst>
                                    </p:anim>
                                    <p:anim calcmode="lin" valueType="num">
                                      <p:cBhvr additive="base">
                                        <p:cTn id="16" dur="50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21"/>
                                        </p:tgtEl>
                                        <p:attrNameLst>
                                          <p:attrName>style.visibility</p:attrName>
                                        </p:attrNameLst>
                                      </p:cBhvr>
                                      <p:to>
                                        <p:strVal val="visible"/>
                                      </p:to>
                                    </p:set>
                                    <p:animEffect transition="in" filter="wipe(left)">
                                      <p:cBhvr>
                                        <p:cTn id="21" dur="3000"/>
                                        <p:tgtEl>
                                          <p:spTgt spid="21"/>
                                        </p:tgtEl>
                                      </p:cBhvr>
                                    </p:animEffect>
                                  </p:childTnLst>
                                </p:cTn>
                              </p:par>
                              <p:par>
                                <p:cTn id="22" presetID="22" presetClass="entr" presetSubtype="8" fill="hold" nodeType="with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wipe(left)">
                                      <p:cBhvr>
                                        <p:cTn id="24" dur="3000"/>
                                        <p:tgtEl>
                                          <p:spTgt spid="23"/>
                                        </p:tgtEl>
                                      </p:cBhvr>
                                    </p:animEffect>
                                  </p:childTnLst>
                                </p:cTn>
                              </p:par>
                              <p:par>
                                <p:cTn id="25" presetID="22" presetClass="entr" presetSubtype="8" fill="hold" nodeType="withEffect">
                                  <p:stCondLst>
                                    <p:cond delay="0"/>
                                  </p:stCondLst>
                                  <p:childTnLst>
                                    <p:set>
                                      <p:cBhvr>
                                        <p:cTn id="26" dur="1" fill="hold">
                                          <p:stCondLst>
                                            <p:cond delay="0"/>
                                          </p:stCondLst>
                                        </p:cTn>
                                        <p:tgtEl>
                                          <p:spTgt spid="27"/>
                                        </p:tgtEl>
                                        <p:attrNameLst>
                                          <p:attrName>style.visibility</p:attrName>
                                        </p:attrNameLst>
                                      </p:cBhvr>
                                      <p:to>
                                        <p:strVal val="visible"/>
                                      </p:to>
                                    </p:set>
                                    <p:animEffect transition="in" filter="wipe(left)">
                                      <p:cBhvr>
                                        <p:cTn id="27" dur="3000"/>
                                        <p:tgtEl>
                                          <p:spTgt spid="27"/>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34">
                                            <p:txEl>
                                              <p:pRg st="0" end="0"/>
                                            </p:txEl>
                                          </p:spTgt>
                                        </p:tgtEl>
                                        <p:attrNameLst>
                                          <p:attrName>style.visibility</p:attrName>
                                        </p:attrNameLst>
                                      </p:cBhvr>
                                      <p:to>
                                        <p:strVal val="visible"/>
                                      </p:to>
                                    </p:set>
                                    <p:animEffect transition="in" filter="blinds(horizontal)">
                                      <p:cBhvr>
                                        <p:cTn id="32" dur="2000"/>
                                        <p:tgtEl>
                                          <p:spTgt spid="34">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29"/>
                                        </p:tgtEl>
                                        <p:attrNameLst>
                                          <p:attrName>style.visibility</p:attrName>
                                        </p:attrNameLst>
                                      </p:cBhvr>
                                      <p:to>
                                        <p:strVal val="visible"/>
                                      </p:to>
                                    </p:set>
                                    <p:animEffect transition="in" filter="wipe(left)">
                                      <p:cBhvr>
                                        <p:cTn id="37" dur="3000"/>
                                        <p:tgtEl>
                                          <p:spTgt spid="29"/>
                                        </p:tgtEl>
                                      </p:cBhvr>
                                    </p:animEffect>
                                  </p:childTnLst>
                                </p:cTn>
                              </p:par>
                              <p:par>
                                <p:cTn id="38" presetID="22" presetClass="entr" presetSubtype="8" fill="hold" nodeType="withEffect">
                                  <p:stCondLst>
                                    <p:cond delay="0"/>
                                  </p:stCondLst>
                                  <p:childTnLst>
                                    <p:set>
                                      <p:cBhvr>
                                        <p:cTn id="39" dur="1" fill="hold">
                                          <p:stCondLst>
                                            <p:cond delay="0"/>
                                          </p:stCondLst>
                                        </p:cTn>
                                        <p:tgtEl>
                                          <p:spTgt spid="31"/>
                                        </p:tgtEl>
                                        <p:attrNameLst>
                                          <p:attrName>style.visibility</p:attrName>
                                        </p:attrNameLst>
                                      </p:cBhvr>
                                      <p:to>
                                        <p:strVal val="visible"/>
                                      </p:to>
                                    </p:set>
                                    <p:animEffect transition="in" filter="wipe(left)">
                                      <p:cBhvr>
                                        <p:cTn id="40" dur="3000"/>
                                        <p:tgtEl>
                                          <p:spTgt spid="31"/>
                                        </p:tgtEl>
                                      </p:cBhvr>
                                    </p:animEffect>
                                  </p:childTnLst>
                                </p:cTn>
                              </p:par>
                              <p:par>
                                <p:cTn id="41" presetID="22" presetClass="entr" presetSubtype="8" fill="hold" nodeType="withEffect">
                                  <p:stCondLst>
                                    <p:cond delay="0"/>
                                  </p:stCondLst>
                                  <p:childTnLst>
                                    <p:set>
                                      <p:cBhvr>
                                        <p:cTn id="42" dur="1" fill="hold">
                                          <p:stCondLst>
                                            <p:cond delay="0"/>
                                          </p:stCondLst>
                                        </p:cTn>
                                        <p:tgtEl>
                                          <p:spTgt spid="33"/>
                                        </p:tgtEl>
                                        <p:attrNameLst>
                                          <p:attrName>style.visibility</p:attrName>
                                        </p:attrNameLst>
                                      </p:cBhvr>
                                      <p:to>
                                        <p:strVal val="visible"/>
                                      </p:to>
                                    </p:set>
                                    <p:animEffect transition="in" filter="wipe(left)">
                                      <p:cBhvr>
                                        <p:cTn id="43" dur="3000"/>
                                        <p:tgtEl>
                                          <p:spTgt spid="33"/>
                                        </p:tgtEl>
                                      </p:cBhvr>
                                    </p:animEffect>
                                  </p:childTnLst>
                                </p:cTn>
                              </p:par>
                            </p:childTnLst>
                          </p:cTn>
                        </p:par>
                      </p:childTnLst>
                    </p:cTn>
                  </p:par>
                  <p:par>
                    <p:cTn id="44" fill="hold">
                      <p:stCondLst>
                        <p:cond delay="indefinite"/>
                      </p:stCondLst>
                      <p:childTnLst>
                        <p:par>
                          <p:cTn id="45" fill="hold">
                            <p:stCondLst>
                              <p:cond delay="0"/>
                            </p:stCondLst>
                            <p:childTnLst>
                              <p:par>
                                <p:cTn id="46" presetID="3" presetClass="entr" presetSubtype="10" fill="hold" nodeType="clickEffect">
                                  <p:stCondLst>
                                    <p:cond delay="0"/>
                                  </p:stCondLst>
                                  <p:childTnLst>
                                    <p:set>
                                      <p:cBhvr>
                                        <p:cTn id="47" dur="1" fill="hold">
                                          <p:stCondLst>
                                            <p:cond delay="0"/>
                                          </p:stCondLst>
                                        </p:cTn>
                                        <p:tgtEl>
                                          <p:spTgt spid="35">
                                            <p:txEl>
                                              <p:pRg st="0" end="0"/>
                                            </p:txEl>
                                          </p:spTgt>
                                        </p:tgtEl>
                                        <p:attrNameLst>
                                          <p:attrName>style.visibility</p:attrName>
                                        </p:attrNameLst>
                                      </p:cBhvr>
                                      <p:to>
                                        <p:strVal val="visible"/>
                                      </p:to>
                                    </p:set>
                                    <p:animEffect transition="in" filter="blinds(horizontal)">
                                      <p:cBhvr>
                                        <p:cTn id="48" dur="3000"/>
                                        <p:tgtEl>
                                          <p:spTgt spid="35">
                                            <p:txEl>
                                              <p:pRg st="0" end="0"/>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4" presetClass="entr" presetSubtype="16" fill="hold" nodeType="clickEffect">
                                  <p:stCondLst>
                                    <p:cond delay="0"/>
                                  </p:stCondLst>
                                  <p:childTnLst>
                                    <p:set>
                                      <p:cBhvr>
                                        <p:cTn id="52" dur="1" fill="hold">
                                          <p:stCondLst>
                                            <p:cond delay="0"/>
                                          </p:stCondLst>
                                        </p:cTn>
                                        <p:tgtEl>
                                          <p:spTgt spid="36">
                                            <p:txEl>
                                              <p:pRg st="0" end="0"/>
                                            </p:txEl>
                                          </p:spTgt>
                                        </p:tgtEl>
                                        <p:attrNameLst>
                                          <p:attrName>style.visibility</p:attrName>
                                        </p:attrNameLst>
                                      </p:cBhvr>
                                      <p:to>
                                        <p:strVal val="visible"/>
                                      </p:to>
                                    </p:set>
                                    <p:animEffect transition="in" filter="box(in)">
                                      <p:cBhvr>
                                        <p:cTn id="53" dur="3000"/>
                                        <p:tgtEl>
                                          <p:spTgt spid="36">
                                            <p:txEl>
                                              <p:pRg st="0" end="0"/>
                                            </p:txEl>
                                          </p:spTgt>
                                        </p:tgtEl>
                                      </p:cBhvr>
                                    </p:animEffect>
                                  </p:childTnLst>
                                </p:cTn>
                              </p:par>
                            </p:childTnLst>
                          </p:cTn>
                        </p:par>
                      </p:childTnLst>
                    </p:cTn>
                  </p:par>
                  <p:par>
                    <p:cTn id="54" fill="hold">
                      <p:stCondLst>
                        <p:cond delay="indefinite"/>
                      </p:stCondLst>
                      <p:childTnLst>
                        <p:par>
                          <p:cTn id="55" fill="hold">
                            <p:stCondLst>
                              <p:cond delay="0"/>
                            </p:stCondLst>
                            <p:childTnLst>
                              <p:par>
                                <p:cTn id="56" presetID="5" presetClass="entr" presetSubtype="10" fill="hold" nodeType="clickEffect">
                                  <p:stCondLst>
                                    <p:cond delay="0"/>
                                  </p:stCondLst>
                                  <p:childTnLst>
                                    <p:set>
                                      <p:cBhvr>
                                        <p:cTn id="57" dur="1" fill="hold">
                                          <p:stCondLst>
                                            <p:cond delay="0"/>
                                          </p:stCondLst>
                                        </p:cTn>
                                        <p:tgtEl>
                                          <p:spTgt spid="37"/>
                                        </p:tgtEl>
                                        <p:attrNameLst>
                                          <p:attrName>style.visibility</p:attrName>
                                        </p:attrNameLst>
                                      </p:cBhvr>
                                      <p:to>
                                        <p:strVal val="visible"/>
                                      </p:to>
                                    </p:set>
                                    <p:animEffect transition="in" filter="checkerboard(across)">
                                      <p:cBhvr>
                                        <p:cTn id="58" dur="30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tx2">
            <a:lumMod val="40000"/>
            <a:lumOff val="60000"/>
          </a:schemeClr>
        </a:solidFill>
        <a:effectLst/>
      </p:bgPr>
    </p:bg>
    <p:spTree>
      <p:nvGrpSpPr>
        <p:cNvPr id="1" name=""/>
        <p:cNvGrpSpPr/>
        <p:nvPr/>
      </p:nvGrpSpPr>
      <p:grpSpPr>
        <a:xfrm>
          <a:off x="0" y="0"/>
          <a:ext cx="0" cy="0"/>
          <a:chOff x="0" y="0"/>
          <a:chExt cx="0" cy="0"/>
        </a:xfrm>
      </p:grpSpPr>
      <p:sp>
        <p:nvSpPr>
          <p:cNvPr id="33794" name="AutoShape 2" descr="Reaction of Iron with copper sulphate solution in water - Lab Work"/>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 name="Rounded Rectangle 2">
            <a:hlinkHover r:id="rId2" action="ppaction://hlinksldjump"/>
          </p:cNvPr>
          <p:cNvSpPr/>
          <p:nvPr/>
        </p:nvSpPr>
        <p:spPr>
          <a:xfrm>
            <a:off x="0" y="228600"/>
            <a:ext cx="8153400" cy="838200"/>
          </a:xfrm>
          <a:prstGeom prst="round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p:cNvSpPr/>
          <p:nvPr/>
        </p:nvSpPr>
        <p:spPr>
          <a:xfrm>
            <a:off x="0" y="304800"/>
            <a:ext cx="8153400" cy="769441"/>
          </a:xfrm>
          <a:prstGeom prst="rect">
            <a:avLst/>
          </a:prstGeom>
          <a:solidFill>
            <a:schemeClr val="tx2">
              <a:lumMod val="40000"/>
              <a:lumOff val="60000"/>
            </a:schemeClr>
          </a:solidFill>
        </p:spPr>
        <p:txBody>
          <a:bodyPr wrap="squar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IN" sz="4400" b="1" dirty="0" smtClean="0">
                <a:ln w="11430"/>
                <a:solidFill>
                  <a:srgbClr val="FFC000"/>
                </a:solidFill>
                <a:effectLst>
                  <a:outerShdw blurRad="50800" dist="39000" dir="5460000" algn="tl">
                    <a:srgbClr val="000000">
                      <a:alpha val="38000"/>
                    </a:srgbClr>
                  </a:outerShdw>
                </a:effectLst>
                <a:hlinkClick r:id="rId3"/>
              </a:rPr>
              <a:t>Oxidation</a:t>
            </a:r>
            <a:r>
              <a:rPr lang="en-IN" sz="4400" b="1" dirty="0" smtClean="0">
                <a:ln w="11430"/>
                <a:solidFill>
                  <a:srgbClr val="00B0F0"/>
                </a:solidFill>
                <a:effectLst>
                  <a:outerShdw blurRad="50800" dist="39000" dir="5460000" algn="tl">
                    <a:srgbClr val="000000">
                      <a:alpha val="38000"/>
                    </a:srgbClr>
                  </a:outerShdw>
                </a:effectLst>
                <a:hlinkClick r:id="rId3"/>
              </a:rPr>
              <a:t> </a:t>
            </a:r>
            <a:r>
              <a:rPr lang="en-IN" sz="4400" b="1" u="sng" cap="none" spc="0" dirty="0" smtClean="0">
                <a:ln w="11430"/>
                <a:solidFill>
                  <a:srgbClr val="00B0F0"/>
                </a:solidFill>
                <a:effectLst>
                  <a:outerShdw blurRad="50800" dist="39000" dir="5460000" algn="tl">
                    <a:srgbClr val="000000">
                      <a:alpha val="38000"/>
                    </a:srgbClr>
                  </a:outerShdw>
                </a:effectLst>
              </a:rPr>
              <a:t>Reduction</a:t>
            </a:r>
            <a:endParaRPr lang="en-US" sz="4400" b="1" u="sng" cap="none" spc="0" dirty="0">
              <a:ln w="11430"/>
              <a:solidFill>
                <a:srgbClr val="00B0F0"/>
              </a:solidFill>
              <a:effectLst>
                <a:outerShdw blurRad="50800" dist="39000" dir="5460000" algn="tl">
                  <a:srgbClr val="000000">
                    <a:alpha val="38000"/>
                  </a:srgbClr>
                </a:outerShdw>
              </a:effectLst>
            </a:endParaRPr>
          </a:p>
        </p:txBody>
      </p:sp>
      <p:sp>
        <p:nvSpPr>
          <p:cNvPr id="36" name="TextBox 35"/>
          <p:cNvSpPr txBox="1"/>
          <p:nvPr/>
        </p:nvSpPr>
        <p:spPr>
          <a:xfrm>
            <a:off x="381000" y="1295400"/>
            <a:ext cx="1371600" cy="369332"/>
          </a:xfrm>
          <a:prstGeom prst="rect">
            <a:avLst/>
          </a:prstGeom>
          <a:noFill/>
        </p:spPr>
        <p:txBody>
          <a:bodyPr wrap="square" rtlCol="0">
            <a:spAutoFit/>
          </a:bodyPr>
          <a:lstStyle/>
          <a:p>
            <a:r>
              <a:rPr lang="en-US" b="1" dirty="0" err="1" smtClean="0">
                <a:solidFill>
                  <a:srgbClr val="00B050"/>
                </a:solidFill>
                <a:hlinkClick r:id="rId4"/>
              </a:rPr>
              <a:t>Corosion</a:t>
            </a:r>
            <a:endParaRPr lang="en-US" b="1" dirty="0">
              <a:solidFill>
                <a:srgbClr val="00B050"/>
              </a:solidFill>
            </a:endParaRPr>
          </a:p>
        </p:txBody>
      </p:sp>
      <p:sp>
        <p:nvSpPr>
          <p:cNvPr id="17" name="TextBox 16"/>
          <p:cNvSpPr txBox="1"/>
          <p:nvPr/>
        </p:nvSpPr>
        <p:spPr>
          <a:xfrm>
            <a:off x="152400" y="1752600"/>
            <a:ext cx="7848600" cy="2308324"/>
          </a:xfrm>
          <a:prstGeom prst="rect">
            <a:avLst/>
          </a:prstGeom>
          <a:noFill/>
        </p:spPr>
        <p:txBody>
          <a:bodyPr wrap="square" rtlCol="0">
            <a:spAutoFit/>
          </a:bodyPr>
          <a:lstStyle/>
          <a:p>
            <a:r>
              <a:rPr lang="en-US" dirty="0" smtClean="0"/>
              <a:t>Observed that iron articles are shiny when new, but get coated with a reddish brown powder when left for some time. This process is commonly known as rusting of iron. Some other metals also get tarnished in this manner. Have you noticed the </a:t>
            </a:r>
            <a:r>
              <a:rPr lang="en-US" dirty="0" err="1" smtClean="0"/>
              <a:t>colour</a:t>
            </a:r>
            <a:r>
              <a:rPr lang="en-US" dirty="0" smtClean="0"/>
              <a:t> of the coating formed on copper and silver? When a metal is attacked by substances around it such as moisture, acids, etc., it is said to corrode and this process is called corrosion. The black coating on silver and the green coating on copper are other examples of corrosion.</a:t>
            </a:r>
            <a:endParaRPr lang="en-US" dirty="0"/>
          </a:p>
        </p:txBody>
      </p:sp>
      <p:sp>
        <p:nvSpPr>
          <p:cNvPr id="18" name="TextBox 17"/>
          <p:cNvSpPr txBox="1"/>
          <p:nvPr/>
        </p:nvSpPr>
        <p:spPr>
          <a:xfrm>
            <a:off x="152400" y="4114800"/>
            <a:ext cx="7696200" cy="923330"/>
          </a:xfrm>
          <a:prstGeom prst="rect">
            <a:avLst/>
          </a:prstGeom>
          <a:noFill/>
        </p:spPr>
        <p:txBody>
          <a:bodyPr wrap="square" rtlCol="0">
            <a:spAutoFit/>
          </a:bodyPr>
          <a:lstStyle/>
          <a:p>
            <a:r>
              <a:rPr lang="en-US" dirty="0" smtClean="0"/>
              <a:t>Corrosion causes damage to car bodies, bridges, iron railings, ships and to all objects made of metals, specially those of iron. Corrosion of iron is a serious problem.</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0"/>
                                        <p:tgtEl>
                                          <p:spTgt spid="4"/>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wipe(left)">
                                      <p:cBhvr>
                                        <p:cTn id="10" dur="5000"/>
                                        <p:tgtEl>
                                          <p:spTgt spid="3"/>
                                        </p:tgtEl>
                                      </p:cBhvr>
                                    </p:animEffect>
                                  </p:childTnLst>
                                </p:cTn>
                              </p:par>
                            </p:childTnLst>
                          </p:cTn>
                        </p:par>
                      </p:childTnLst>
                    </p:cTn>
                  </p:par>
                  <p:par>
                    <p:cTn id="11" fill="hold">
                      <p:stCondLst>
                        <p:cond delay="indefinite"/>
                      </p:stCondLst>
                      <p:childTnLst>
                        <p:par>
                          <p:cTn id="12" fill="hold">
                            <p:stCondLst>
                              <p:cond delay="0"/>
                            </p:stCondLst>
                            <p:childTnLst>
                              <p:par>
                                <p:cTn id="13" presetID="4" presetClass="entr" presetSubtype="16" fill="hold" nodeType="clickEffect">
                                  <p:stCondLst>
                                    <p:cond delay="0"/>
                                  </p:stCondLst>
                                  <p:childTnLst>
                                    <p:set>
                                      <p:cBhvr>
                                        <p:cTn id="14" dur="1" fill="hold">
                                          <p:stCondLst>
                                            <p:cond delay="0"/>
                                          </p:stCondLst>
                                        </p:cTn>
                                        <p:tgtEl>
                                          <p:spTgt spid="36">
                                            <p:txEl>
                                              <p:pRg st="0" end="0"/>
                                            </p:txEl>
                                          </p:spTgt>
                                        </p:tgtEl>
                                        <p:attrNameLst>
                                          <p:attrName>style.visibility</p:attrName>
                                        </p:attrNameLst>
                                      </p:cBhvr>
                                      <p:to>
                                        <p:strVal val="visible"/>
                                      </p:to>
                                    </p:set>
                                    <p:animEffect transition="in" filter="box(in)">
                                      <p:cBhvr>
                                        <p:cTn id="15" dur="3000"/>
                                        <p:tgtEl>
                                          <p:spTgt spid="36">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4" presetClass="entr" presetSubtype="16" fill="hold" grpId="0" nodeType="clickEffect">
                                  <p:stCondLst>
                                    <p:cond delay="0"/>
                                  </p:stCondLst>
                                  <p:childTnLst>
                                    <p:set>
                                      <p:cBhvr>
                                        <p:cTn id="19" dur="1" fill="hold">
                                          <p:stCondLst>
                                            <p:cond delay="0"/>
                                          </p:stCondLst>
                                        </p:cTn>
                                        <p:tgtEl>
                                          <p:spTgt spid="17"/>
                                        </p:tgtEl>
                                        <p:attrNameLst>
                                          <p:attrName>style.visibility</p:attrName>
                                        </p:attrNameLst>
                                      </p:cBhvr>
                                      <p:to>
                                        <p:strVal val="visible"/>
                                      </p:to>
                                    </p:set>
                                    <p:animEffect transition="in" filter="box(in)">
                                      <p:cBhvr>
                                        <p:cTn id="20" dur="20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3" presetID="4" presetClass="entr" presetSubtype="16" fill="hold" grpId="0" nodeType="clickEffect">
                                  <p:stCondLst>
                                    <p:cond delay="0"/>
                                  </p:stCondLst>
                                  <p:childTnLst>
                                    <p:set>
                                      <p:cBhvr>
                                        <p:cTn id="24" dur="1" fill="hold">
                                          <p:stCondLst>
                                            <p:cond delay="0"/>
                                          </p:stCondLst>
                                        </p:cTn>
                                        <p:tgtEl>
                                          <p:spTgt spid="18"/>
                                        </p:tgtEl>
                                        <p:attrNameLst>
                                          <p:attrName>style.visibility</p:attrName>
                                        </p:attrNameLst>
                                      </p:cBhvr>
                                      <p:to>
                                        <p:strVal val="visible"/>
                                      </p:to>
                                    </p:set>
                                    <p:animEffect transition="in" filter="box(in)">
                                      <p:cBhvr>
                                        <p:cTn id="25" dur="20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17" grpId="0"/>
      <p:bldP spid="18" grpId="0"/>
    </p:bld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tx2">
            <a:lumMod val="40000"/>
            <a:lumOff val="60000"/>
          </a:schemeClr>
        </a:solidFill>
        <a:effectLst/>
      </p:bgPr>
    </p:bg>
    <p:spTree>
      <p:nvGrpSpPr>
        <p:cNvPr id="1" name=""/>
        <p:cNvGrpSpPr/>
        <p:nvPr/>
      </p:nvGrpSpPr>
      <p:grpSpPr>
        <a:xfrm>
          <a:off x="0" y="0"/>
          <a:ext cx="0" cy="0"/>
          <a:chOff x="0" y="0"/>
          <a:chExt cx="0" cy="0"/>
        </a:xfrm>
      </p:grpSpPr>
      <p:sp>
        <p:nvSpPr>
          <p:cNvPr id="33794" name="AutoShape 2" descr="Reaction of Iron with copper sulphate solution in water - Lab Work"/>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 name="Rounded Rectangle 2">
            <a:hlinkHover r:id="rId2" action="ppaction://hlinksldjump"/>
          </p:cNvPr>
          <p:cNvSpPr/>
          <p:nvPr/>
        </p:nvSpPr>
        <p:spPr>
          <a:xfrm>
            <a:off x="0" y="228600"/>
            <a:ext cx="8153400" cy="838200"/>
          </a:xfrm>
          <a:prstGeom prst="round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p:cNvSpPr/>
          <p:nvPr/>
        </p:nvSpPr>
        <p:spPr>
          <a:xfrm>
            <a:off x="0" y="304800"/>
            <a:ext cx="8153400" cy="769441"/>
          </a:xfrm>
          <a:prstGeom prst="rect">
            <a:avLst/>
          </a:prstGeom>
          <a:solidFill>
            <a:schemeClr val="tx2">
              <a:lumMod val="40000"/>
              <a:lumOff val="60000"/>
            </a:schemeClr>
          </a:solidFill>
        </p:spPr>
        <p:txBody>
          <a:bodyPr wrap="squar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IN" sz="4400" b="1" dirty="0" smtClean="0">
                <a:ln w="11430"/>
                <a:solidFill>
                  <a:srgbClr val="FFC000"/>
                </a:solidFill>
                <a:effectLst>
                  <a:outerShdw blurRad="50800" dist="39000" dir="5460000" algn="tl">
                    <a:srgbClr val="000000">
                      <a:alpha val="38000"/>
                    </a:srgbClr>
                  </a:outerShdw>
                </a:effectLst>
                <a:hlinkClick r:id="rId3"/>
              </a:rPr>
              <a:t>Oxidation</a:t>
            </a:r>
            <a:r>
              <a:rPr lang="en-IN" sz="4400" b="1" dirty="0" smtClean="0">
                <a:ln w="11430"/>
                <a:solidFill>
                  <a:srgbClr val="00B0F0"/>
                </a:solidFill>
                <a:effectLst>
                  <a:outerShdw blurRad="50800" dist="39000" dir="5460000" algn="tl">
                    <a:srgbClr val="000000">
                      <a:alpha val="38000"/>
                    </a:srgbClr>
                  </a:outerShdw>
                </a:effectLst>
                <a:hlinkClick r:id="rId3"/>
              </a:rPr>
              <a:t> </a:t>
            </a:r>
            <a:r>
              <a:rPr lang="en-IN" sz="4400" b="1" u="sng" cap="none" spc="0" dirty="0" smtClean="0">
                <a:ln w="11430"/>
                <a:solidFill>
                  <a:srgbClr val="00B0F0"/>
                </a:solidFill>
                <a:effectLst>
                  <a:outerShdw blurRad="50800" dist="39000" dir="5460000" algn="tl">
                    <a:srgbClr val="000000">
                      <a:alpha val="38000"/>
                    </a:srgbClr>
                  </a:outerShdw>
                </a:effectLst>
              </a:rPr>
              <a:t>Reduction</a:t>
            </a:r>
            <a:endParaRPr lang="en-US" sz="4400" b="1" u="sng" cap="none" spc="0" dirty="0">
              <a:ln w="11430"/>
              <a:solidFill>
                <a:srgbClr val="00B0F0"/>
              </a:solidFill>
              <a:effectLst>
                <a:outerShdw blurRad="50800" dist="39000" dir="5460000" algn="tl">
                  <a:srgbClr val="000000">
                    <a:alpha val="38000"/>
                  </a:srgbClr>
                </a:outerShdw>
              </a:effectLst>
            </a:endParaRPr>
          </a:p>
        </p:txBody>
      </p:sp>
      <p:sp>
        <p:nvSpPr>
          <p:cNvPr id="36" name="TextBox 35"/>
          <p:cNvSpPr txBox="1"/>
          <p:nvPr/>
        </p:nvSpPr>
        <p:spPr>
          <a:xfrm>
            <a:off x="381000" y="1295400"/>
            <a:ext cx="1371600" cy="369332"/>
          </a:xfrm>
          <a:prstGeom prst="rect">
            <a:avLst/>
          </a:prstGeom>
          <a:noFill/>
        </p:spPr>
        <p:txBody>
          <a:bodyPr wrap="square" rtlCol="0">
            <a:spAutoFit/>
          </a:bodyPr>
          <a:lstStyle/>
          <a:p>
            <a:r>
              <a:rPr lang="en-US" dirty="0" smtClean="0">
                <a:solidFill>
                  <a:srgbClr val="00B050"/>
                </a:solidFill>
                <a:hlinkClick r:id="rId4"/>
              </a:rPr>
              <a:t>Rancidity</a:t>
            </a:r>
            <a:endParaRPr lang="en-US" b="1" dirty="0">
              <a:solidFill>
                <a:srgbClr val="00B050"/>
              </a:solidFill>
            </a:endParaRPr>
          </a:p>
        </p:txBody>
      </p:sp>
      <p:sp>
        <p:nvSpPr>
          <p:cNvPr id="17" name="TextBox 16"/>
          <p:cNvSpPr txBox="1"/>
          <p:nvPr/>
        </p:nvSpPr>
        <p:spPr>
          <a:xfrm>
            <a:off x="152400" y="1905000"/>
            <a:ext cx="7848600" cy="2031325"/>
          </a:xfrm>
          <a:prstGeom prst="rect">
            <a:avLst/>
          </a:prstGeom>
          <a:noFill/>
        </p:spPr>
        <p:txBody>
          <a:bodyPr wrap="square" rtlCol="0">
            <a:spAutoFit/>
          </a:bodyPr>
          <a:lstStyle/>
          <a:p>
            <a:r>
              <a:rPr lang="en-US" dirty="0" smtClean="0"/>
              <a:t>Have you ever tasted or smelt the fat/oil containing food materials left for a long time? When fats and oils are </a:t>
            </a:r>
            <a:r>
              <a:rPr lang="en-US" dirty="0" err="1" smtClean="0"/>
              <a:t>oxidised</a:t>
            </a:r>
            <a:r>
              <a:rPr lang="en-US" dirty="0" smtClean="0"/>
              <a:t>, they become rancid and their smell and taste change. Usually substances which prevent oxidation (antioxidants) are added to foods containing fats and oil. Keeping food in air tight containers helps to slow down oxidation. Usually that chips manufacturers usually flush bags of chips with gas such as nitrogen to prevent the chips from getting </a:t>
            </a:r>
            <a:r>
              <a:rPr lang="en-US" dirty="0" err="1" smtClean="0"/>
              <a:t>oxidised</a:t>
            </a:r>
            <a:r>
              <a:rPr lang="en-US" dirty="0" smtClean="0"/>
              <a:t> .</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0"/>
                                        <p:tgtEl>
                                          <p:spTgt spid="4"/>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wipe(left)">
                                      <p:cBhvr>
                                        <p:cTn id="10" dur="5000"/>
                                        <p:tgtEl>
                                          <p:spTgt spid="3"/>
                                        </p:tgtEl>
                                      </p:cBhvr>
                                    </p:animEffect>
                                  </p:childTnLst>
                                </p:cTn>
                              </p:par>
                            </p:childTnLst>
                          </p:cTn>
                        </p:par>
                      </p:childTnLst>
                    </p:cTn>
                  </p:par>
                  <p:par>
                    <p:cTn id="11" fill="hold">
                      <p:stCondLst>
                        <p:cond delay="indefinite"/>
                      </p:stCondLst>
                      <p:childTnLst>
                        <p:par>
                          <p:cTn id="12" fill="hold">
                            <p:stCondLst>
                              <p:cond delay="0"/>
                            </p:stCondLst>
                            <p:childTnLst>
                              <p:par>
                                <p:cTn id="13" presetID="4" presetClass="entr" presetSubtype="16" fill="hold" nodeType="clickEffect">
                                  <p:stCondLst>
                                    <p:cond delay="0"/>
                                  </p:stCondLst>
                                  <p:childTnLst>
                                    <p:set>
                                      <p:cBhvr>
                                        <p:cTn id="14" dur="1" fill="hold">
                                          <p:stCondLst>
                                            <p:cond delay="0"/>
                                          </p:stCondLst>
                                        </p:cTn>
                                        <p:tgtEl>
                                          <p:spTgt spid="36">
                                            <p:txEl>
                                              <p:pRg st="0" end="0"/>
                                            </p:txEl>
                                          </p:spTgt>
                                        </p:tgtEl>
                                        <p:attrNameLst>
                                          <p:attrName>style.visibility</p:attrName>
                                        </p:attrNameLst>
                                      </p:cBhvr>
                                      <p:to>
                                        <p:strVal val="visible"/>
                                      </p:to>
                                    </p:set>
                                    <p:animEffect transition="in" filter="box(in)">
                                      <p:cBhvr>
                                        <p:cTn id="15" dur="3000"/>
                                        <p:tgtEl>
                                          <p:spTgt spid="36">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4" presetClass="entr" presetSubtype="16" fill="hold" grpId="0" nodeType="clickEffect">
                                  <p:stCondLst>
                                    <p:cond delay="0"/>
                                  </p:stCondLst>
                                  <p:childTnLst>
                                    <p:set>
                                      <p:cBhvr>
                                        <p:cTn id="19" dur="1" fill="hold">
                                          <p:stCondLst>
                                            <p:cond delay="0"/>
                                          </p:stCondLst>
                                        </p:cTn>
                                        <p:tgtEl>
                                          <p:spTgt spid="17"/>
                                        </p:tgtEl>
                                        <p:attrNameLst>
                                          <p:attrName>style.visibility</p:attrName>
                                        </p:attrNameLst>
                                      </p:cBhvr>
                                      <p:to>
                                        <p:strVal val="visible"/>
                                      </p:to>
                                    </p:set>
                                    <p:animEffect transition="in" filter="box(in)">
                                      <p:cBhvr>
                                        <p:cTn id="20" dur="20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17" grpId="0"/>
    </p:bld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pulent">
  <a:themeElements>
    <a:clrScheme name="Opulent">
      <a:dk1>
        <a:sysClr val="windowText" lastClr="000000"/>
      </a:dk1>
      <a:lt1>
        <a:sysClr val="window" lastClr="FFFFFF"/>
      </a:lt1>
      <a:dk2>
        <a:srgbClr val="B13F9A"/>
      </a:dk2>
      <a:lt2>
        <a:srgbClr val="F4E7ED"/>
      </a:lt2>
      <a:accent1>
        <a:srgbClr val="B83D68"/>
      </a:accent1>
      <a:accent2>
        <a:srgbClr val="AC66BB"/>
      </a:accent2>
      <a:accent3>
        <a:srgbClr val="DE6C36"/>
      </a:accent3>
      <a:accent4>
        <a:srgbClr val="F9B639"/>
      </a:accent4>
      <a:accent5>
        <a:srgbClr val="CF6DA4"/>
      </a:accent5>
      <a:accent6>
        <a:srgbClr val="FA8D3D"/>
      </a:accent6>
      <a:hlink>
        <a:srgbClr val="FFDE66"/>
      </a:hlink>
      <a:folHlink>
        <a:srgbClr val="D490C5"/>
      </a:folHlink>
    </a:clrScheme>
    <a:fontScheme name="Opulent">
      <a:majorFont>
        <a:latin typeface="Trebuchet MS"/>
        <a:ea typeface=""/>
        <a:cs typeface=""/>
        <a:font script="Jpan" typeface="HG丸ｺﾞｼｯｸM-PRO"/>
        <a:font script="Hang" typeface="HY그래픽M"/>
        <a:font script="Hans" typeface="黑体"/>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Trebuchet MS"/>
        <a:ea typeface=""/>
        <a:cs typeface=""/>
        <a:font script="Jpan" typeface="HG丸ｺﾞｼｯｸM-PRO"/>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pulent">
      <a:fillStyleLst>
        <a:solidFill>
          <a:schemeClr val="phClr"/>
        </a:solidFill>
        <a:gradFill rotWithShape="1">
          <a:gsLst>
            <a:gs pos="0">
              <a:schemeClr val="phClr">
                <a:tint val="15000"/>
                <a:satMod val="250000"/>
              </a:schemeClr>
            </a:gs>
            <a:gs pos="49000">
              <a:schemeClr val="phClr">
                <a:tint val="50000"/>
                <a:satMod val="200000"/>
              </a:schemeClr>
            </a:gs>
            <a:gs pos="49100">
              <a:schemeClr val="phClr">
                <a:tint val="64000"/>
                <a:satMod val="160000"/>
              </a:schemeClr>
            </a:gs>
            <a:gs pos="92000">
              <a:schemeClr val="phClr">
                <a:tint val="50000"/>
                <a:satMod val="200000"/>
              </a:schemeClr>
            </a:gs>
            <a:gs pos="100000">
              <a:schemeClr val="phClr">
                <a:tint val="43000"/>
                <a:satMod val="190000"/>
              </a:schemeClr>
            </a:gs>
          </a:gsLst>
          <a:lin ang="5400000" scaled="1"/>
        </a:gradFill>
        <a:gradFill rotWithShape="1">
          <a:gsLst>
            <a:gs pos="0">
              <a:schemeClr val="phClr">
                <a:tint val="74000"/>
              </a:schemeClr>
            </a:gs>
            <a:gs pos="49000">
              <a:schemeClr val="phClr">
                <a:tint val="96000"/>
                <a:shade val="84000"/>
                <a:satMod val="110000"/>
              </a:schemeClr>
            </a:gs>
            <a:gs pos="49100">
              <a:schemeClr val="phClr">
                <a:shade val="55000"/>
                <a:satMod val="150000"/>
              </a:schemeClr>
            </a:gs>
            <a:gs pos="92000">
              <a:schemeClr val="phClr">
                <a:tint val="98000"/>
                <a:shade val="90000"/>
                <a:satMod val="128000"/>
              </a:schemeClr>
            </a:gs>
            <a:gs pos="100000">
              <a:schemeClr val="phClr">
                <a:tint val="90000"/>
                <a:shade val="97000"/>
                <a:satMod val="128000"/>
              </a:schemeClr>
            </a:gs>
          </a:gsLst>
          <a:lin ang="5400000" scaled="1"/>
        </a:gradFill>
      </a:fillStyleLst>
      <a:lnStyleLst>
        <a:ln w="11430" cap="flat" cmpd="sng" algn="ctr">
          <a:solidFill>
            <a:schemeClr val="phClr"/>
          </a:solidFill>
          <a:prstDash val="solid"/>
        </a:ln>
        <a:ln w="40000" cap="flat" cmpd="sng" algn="ctr">
          <a:solidFill>
            <a:schemeClr val="phClr"/>
          </a:solidFill>
          <a:prstDash val="solid"/>
        </a:ln>
        <a:ln w="31800" cap="flat" cmpd="sng" algn="ctr">
          <a:solidFill>
            <a:schemeClr val="phClr"/>
          </a:solidFill>
          <a:prstDash val="solid"/>
        </a:ln>
      </a:lnStyleLst>
      <a:effectStyleLst>
        <a:effectStyle>
          <a:effectLst>
            <a:outerShdw blurRad="50800" dist="25000" dir="5400000" rotWithShape="0">
              <a:schemeClr val="phClr">
                <a:shade val="30000"/>
                <a:satMod val="150000"/>
                <a:alpha val="38000"/>
              </a:schemeClr>
            </a:outerShdw>
          </a:effectLst>
        </a:effectStyle>
        <a:effectStyle>
          <a:effectLst>
            <a:outerShdw blurRad="39000" dist="25400" dir="5400000" rotWithShape="0">
              <a:schemeClr val="phClr">
                <a:shade val="33000"/>
                <a:alpha val="83000"/>
              </a:schemeClr>
            </a:outerShdw>
          </a:effectLst>
        </a:effectStyle>
        <a:effectStyle>
          <a:effectLst>
            <a:outerShdw blurRad="39000" dist="25400" dir="5400000" rotWithShape="0">
              <a:schemeClr val="phClr">
                <a:shade val="33000"/>
                <a:alpha val="83000"/>
              </a:schemeClr>
            </a:outerShdw>
          </a:effectLst>
          <a:scene3d>
            <a:camera prst="orthographicFront" fov="0">
              <a:rot lat="0" lon="0" rev="0"/>
            </a:camera>
            <a:lightRig rig="contrasting" dir="t">
              <a:rot lat="0" lon="0" rev="1500000"/>
            </a:lightRig>
          </a:scene3d>
          <a:sp3d extrusionH="127000" prstMaterial="powder">
            <a:bevelT w="50800" h="63500"/>
          </a:sp3d>
        </a:effectStyle>
      </a:effectStyleLst>
      <a:bgFillStyleLst>
        <a:solidFill>
          <a:schemeClr val="phClr"/>
        </a:solidFill>
        <a:gradFill rotWithShape="1">
          <a:gsLst>
            <a:gs pos="0">
              <a:schemeClr val="phClr">
                <a:tint val="78000"/>
                <a:satMod val="220000"/>
              </a:schemeClr>
            </a:gs>
            <a:gs pos="100000">
              <a:schemeClr val="phClr">
                <a:shade val="35000"/>
                <a:satMod val="155000"/>
              </a:schemeClr>
            </a:gs>
          </a:gsLst>
          <a:path path="circle">
            <a:fillToRect l="50000" t="50000" r="50000" b="50000"/>
          </a:path>
        </a:gradFill>
        <a:blipFill>
          <a:blip xmlns:r="http://schemas.openxmlformats.org/officeDocument/2006/relationships" r:embed="rId1">
            <a:duotone>
              <a:schemeClr val="phClr">
                <a:shade val="60000"/>
                <a:satMod val="180000"/>
              </a:schemeClr>
              <a:schemeClr val="phClr">
                <a:tint val="500"/>
                <a:satMod val="150000"/>
              </a:schemeClr>
            </a:duotone>
          </a:blip>
          <a:tile tx="0" ty="0" sx="50000" sy="5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emplate>
  <TotalTime>1984</TotalTime>
  <Words>1055</Words>
  <Application>Microsoft Office PowerPoint</Application>
  <PresentationFormat>On-screen Show (4:3)</PresentationFormat>
  <Paragraphs>227</Paragraphs>
  <Slides>18</Slides>
  <Notes>0</Notes>
  <HiddenSlides>0</HiddenSlides>
  <MMClips>11</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18</vt:i4>
      </vt:variant>
    </vt:vector>
  </HeadingPairs>
  <TitlesOfParts>
    <vt:vector size="20" baseType="lpstr">
      <vt:lpstr>Opulent</vt:lpstr>
      <vt:lpstr>Equation</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Murali Srinivas Komanduri</dc:creator>
  <cp:lastModifiedBy>Murali Srinivas Komanduri</cp:lastModifiedBy>
  <cp:revision>227</cp:revision>
  <dcterms:created xsi:type="dcterms:W3CDTF">2006-08-16T00:00:00Z</dcterms:created>
  <dcterms:modified xsi:type="dcterms:W3CDTF">2026-03-14T14:59:17Z</dcterms:modified>
</cp:coreProperties>
</file>